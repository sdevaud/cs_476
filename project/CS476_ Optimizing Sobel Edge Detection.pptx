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5" r:id="rId4"/>
    <p:sldMasterId id="214748369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Public Sans Black"/>
      <p:bold r:id="rId15"/>
      <p:boldItalic r:id="rId16"/>
    </p:embeddedFont>
    <p:embeddedFont>
      <p:font typeface="Public Sans"/>
      <p:regular r:id="rId17"/>
      <p:bold r:id="rId18"/>
      <p:italic r:id="rId19"/>
      <p:boldItalic r:id="rId20"/>
    </p:embeddedFont>
    <p:embeddedFont>
      <p:font typeface="Manrope ExtraBold"/>
      <p:bold r:id="rId21"/>
    </p:embeddedFont>
    <p:embeddedFont>
      <p:font typeface="Manrope Medium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ublicSans-boldItalic.fntdata"/><Relationship Id="rId22" Type="http://schemas.openxmlformats.org/officeDocument/2006/relationships/font" Target="fonts/ManropeMedium-regular.fntdata"/><Relationship Id="rId21" Type="http://schemas.openxmlformats.org/officeDocument/2006/relationships/font" Target="fonts/ManropeExtraBold-bold.fntdata"/><Relationship Id="rId23" Type="http://schemas.openxmlformats.org/officeDocument/2006/relationships/font" Target="fonts/Manrope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PublicSansBlack-bold.fntdata"/><Relationship Id="rId14" Type="http://schemas.openxmlformats.org/officeDocument/2006/relationships/slide" Target="slides/slide8.xml"/><Relationship Id="rId17" Type="http://schemas.openxmlformats.org/officeDocument/2006/relationships/font" Target="fonts/PublicSans-regular.fntdata"/><Relationship Id="rId16" Type="http://schemas.openxmlformats.org/officeDocument/2006/relationships/font" Target="fonts/PublicSansBlack-boldItalic.fntdata"/><Relationship Id="rId19" Type="http://schemas.openxmlformats.org/officeDocument/2006/relationships/font" Target="fonts/PublicSans-italic.fntdata"/><Relationship Id="rId18" Type="http://schemas.openxmlformats.org/officeDocument/2006/relationships/font" Target="fonts/Public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SLIDES_API155462934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SLIDES_API155462934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5feb452ed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35feb452ed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5feb452ed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5feb452ed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SLIDES_API1554629349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SLIDES_API1554629349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SLIDES_API1554629349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SLIDES_API1554629349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SLIDES_API1554629349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SLIDES_API1554629349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SLIDES_API1554629349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SLIDES_API1554629349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SLIDES_API1554629349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SLIDES_API1554629349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bg>
      <p:bgPr>
        <a:solidFill>
          <a:schemeClr val="accen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356025" y="361350"/>
            <a:ext cx="2691300" cy="4430100"/>
          </a:xfrm>
          <a:prstGeom prst="rect">
            <a:avLst/>
          </a:prstGeom>
          <a:noFill/>
          <a:ln cap="flat" cmpd="sng" w="9525">
            <a:solidFill>
              <a:srgbClr val="F7F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/>
          <p:nvPr/>
        </p:nvSpPr>
        <p:spPr>
          <a:xfrm>
            <a:off x="174400" y="873025"/>
            <a:ext cx="2691300" cy="1427100"/>
          </a:xfrm>
          <a:prstGeom prst="rect">
            <a:avLst/>
          </a:prstGeom>
          <a:solidFill>
            <a:srgbClr val="003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4"/>
          <p:cNvSpPr txBox="1"/>
          <p:nvPr>
            <p:ph type="ctrTitle"/>
          </p:nvPr>
        </p:nvSpPr>
        <p:spPr>
          <a:xfrm>
            <a:off x="356400" y="1098000"/>
            <a:ext cx="2692800" cy="97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9" name="Google Shape;59;p14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3229622" y="361350"/>
            <a:ext cx="2691300" cy="4430100"/>
          </a:xfrm>
          <a:prstGeom prst="rect">
            <a:avLst/>
          </a:prstGeom>
          <a:noFill/>
          <a:ln cap="flat" cmpd="sng" w="9525">
            <a:solidFill>
              <a:srgbClr val="F7F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8794525" y="3900"/>
            <a:ext cx="434400" cy="5143500"/>
          </a:xfrm>
          <a:prstGeom prst="rect">
            <a:avLst/>
          </a:prstGeom>
          <a:solidFill>
            <a:srgbClr val="003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414000" y="4186800"/>
            <a:ext cx="16308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1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" name="Google Shape;63;p14"/>
          <p:cNvSpPr txBox="1"/>
          <p:nvPr>
            <p:ph idx="3" type="subTitle"/>
          </p:nvPr>
        </p:nvSpPr>
        <p:spPr>
          <a:xfrm>
            <a:off x="414000" y="4384800"/>
            <a:ext cx="16308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14"/>
          <p:cNvSpPr txBox="1"/>
          <p:nvPr>
            <p:ph idx="4" type="subTitle"/>
          </p:nvPr>
        </p:nvSpPr>
        <p:spPr>
          <a:xfrm>
            <a:off x="3304800" y="4104000"/>
            <a:ext cx="2525700" cy="5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14"/>
          <p:cNvSpPr/>
          <p:nvPr>
            <p:ph idx="5" type="pic"/>
          </p:nvPr>
        </p:nvSpPr>
        <p:spPr>
          <a:xfrm>
            <a:off x="6096000" y="347700"/>
            <a:ext cx="2691300" cy="4430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Paragraph v1">
  <p:cSld name="SECTION_HEADER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grpSp>
        <p:nvGrpSpPr>
          <p:cNvPr id="68" name="Google Shape;68;p15"/>
          <p:cNvGrpSpPr/>
          <p:nvPr/>
        </p:nvGrpSpPr>
        <p:grpSpPr>
          <a:xfrm>
            <a:off x="350375" y="362200"/>
            <a:ext cx="8465400" cy="2020200"/>
            <a:chOff x="350375" y="362200"/>
            <a:chExt cx="8465400" cy="2020200"/>
          </a:xfrm>
        </p:grpSpPr>
        <p:cxnSp>
          <p:nvCxnSpPr>
            <p:cNvPr id="69" name="Google Shape;69;p15"/>
            <p:cNvCxnSpPr/>
            <p:nvPr/>
          </p:nvCxnSpPr>
          <p:spPr>
            <a:xfrm rot="10800000">
              <a:off x="358050" y="362200"/>
              <a:ext cx="0" cy="20202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" name="Google Shape;70;p15"/>
            <p:cNvCxnSpPr/>
            <p:nvPr/>
          </p:nvCxnSpPr>
          <p:spPr>
            <a:xfrm>
              <a:off x="350375" y="362650"/>
              <a:ext cx="8465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" name="Google Shape;71;p15"/>
            <p:cNvCxnSpPr/>
            <p:nvPr/>
          </p:nvCxnSpPr>
          <p:spPr>
            <a:xfrm rot="10800000">
              <a:off x="8815775" y="362200"/>
              <a:ext cx="0" cy="20202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2" name="Google Shape;72;p15"/>
          <p:cNvGrpSpPr/>
          <p:nvPr/>
        </p:nvGrpSpPr>
        <p:grpSpPr>
          <a:xfrm rot="10800000">
            <a:off x="350375" y="2751175"/>
            <a:ext cx="8465400" cy="2020200"/>
            <a:chOff x="350375" y="362200"/>
            <a:chExt cx="8465400" cy="2020200"/>
          </a:xfrm>
        </p:grpSpPr>
        <p:cxnSp>
          <p:nvCxnSpPr>
            <p:cNvPr id="73" name="Google Shape;73;p15"/>
            <p:cNvCxnSpPr/>
            <p:nvPr/>
          </p:nvCxnSpPr>
          <p:spPr>
            <a:xfrm rot="10800000">
              <a:off x="358050" y="362200"/>
              <a:ext cx="0" cy="20202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" name="Google Shape;74;p15"/>
            <p:cNvCxnSpPr/>
            <p:nvPr/>
          </p:nvCxnSpPr>
          <p:spPr>
            <a:xfrm>
              <a:off x="350375" y="362650"/>
              <a:ext cx="8465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" name="Google Shape;75;p15"/>
            <p:cNvCxnSpPr/>
            <p:nvPr/>
          </p:nvCxnSpPr>
          <p:spPr>
            <a:xfrm rot="10800000">
              <a:off x="8815775" y="362200"/>
              <a:ext cx="0" cy="20202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6" name="Google Shape;76;p15"/>
          <p:cNvSpPr txBox="1"/>
          <p:nvPr>
            <p:ph type="title"/>
          </p:nvPr>
        </p:nvSpPr>
        <p:spPr>
          <a:xfrm>
            <a:off x="710375" y="722200"/>
            <a:ext cx="7762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710375" y="1354975"/>
            <a:ext cx="7762200" cy="30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Paragraph v2 - Image">
  <p:cSld name="SECTION_HEADER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362500" y="367875"/>
            <a:ext cx="4773900" cy="4404000"/>
          </a:xfrm>
          <a:prstGeom prst="rect">
            <a:avLst/>
          </a:prstGeom>
          <a:noFill/>
          <a:ln cap="flat" cmpd="sng" w="9525">
            <a:solidFill>
              <a:srgbClr val="003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4300400" y="223800"/>
            <a:ext cx="362400" cy="469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>
            <p:ph idx="2" type="pic"/>
          </p:nvPr>
        </p:nvSpPr>
        <p:spPr>
          <a:xfrm rot="10800000">
            <a:off x="4662050" y="-75"/>
            <a:ext cx="4473000" cy="51411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6"/>
          <p:cNvSpPr txBox="1"/>
          <p:nvPr>
            <p:ph type="title"/>
          </p:nvPr>
        </p:nvSpPr>
        <p:spPr>
          <a:xfrm>
            <a:off x="710375" y="722200"/>
            <a:ext cx="359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710375" y="1354975"/>
            <a:ext cx="3590100" cy="30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5" name="Google Shape;85;p16"/>
          <p:cNvSpPr/>
          <p:nvPr/>
        </p:nvSpPr>
        <p:spPr>
          <a:xfrm>
            <a:off x="4300400" y="223800"/>
            <a:ext cx="362400" cy="469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paragraphs">
  <p:cSld name="SECTION_HEADER_3">
    <p:bg>
      <p:bgPr>
        <a:solidFill>
          <a:schemeClr val="accen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/>
          <p:nvPr/>
        </p:nvSpPr>
        <p:spPr>
          <a:xfrm>
            <a:off x="373575" y="378525"/>
            <a:ext cx="8411700" cy="362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8" name="Google Shape;88;p17"/>
          <p:cNvSpPr/>
          <p:nvPr/>
        </p:nvSpPr>
        <p:spPr>
          <a:xfrm rot="5400000">
            <a:off x="3181225" y="-1502225"/>
            <a:ext cx="2837100" cy="8568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73575" y="1726075"/>
            <a:ext cx="2584800" cy="3056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17"/>
          <p:cNvSpPr txBox="1"/>
          <p:nvPr>
            <p:ph idx="2" type="body"/>
          </p:nvPr>
        </p:nvSpPr>
        <p:spPr>
          <a:xfrm>
            <a:off x="3286954" y="1726075"/>
            <a:ext cx="2584800" cy="3056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17"/>
          <p:cNvSpPr txBox="1"/>
          <p:nvPr>
            <p:ph idx="3" type="body"/>
          </p:nvPr>
        </p:nvSpPr>
        <p:spPr>
          <a:xfrm>
            <a:off x="6200333" y="1726075"/>
            <a:ext cx="2584800" cy="3056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17"/>
          <p:cNvSpPr txBox="1"/>
          <p:nvPr>
            <p:ph type="title"/>
          </p:nvPr>
        </p:nvSpPr>
        <p:spPr>
          <a:xfrm>
            <a:off x="710375" y="623225"/>
            <a:ext cx="7762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1">
  <p:cSld name="SECTION_HEADER_4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/>
          <p:nvPr/>
        </p:nvSpPr>
        <p:spPr>
          <a:xfrm>
            <a:off x="362500" y="367875"/>
            <a:ext cx="4773900" cy="4404000"/>
          </a:xfrm>
          <a:prstGeom prst="rect">
            <a:avLst/>
          </a:prstGeom>
          <a:noFill/>
          <a:ln cap="flat" cmpd="sng" w="9525">
            <a:solidFill>
              <a:srgbClr val="003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8"/>
          <p:cNvSpPr/>
          <p:nvPr/>
        </p:nvSpPr>
        <p:spPr>
          <a:xfrm>
            <a:off x="2633650" y="223800"/>
            <a:ext cx="362400" cy="469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2996050" y="324825"/>
            <a:ext cx="2820300" cy="4490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5981200" y="324825"/>
            <a:ext cx="2820300" cy="4490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0" name="Google Shape;100;p18"/>
          <p:cNvSpPr txBox="1"/>
          <p:nvPr>
            <p:ph type="title"/>
          </p:nvPr>
        </p:nvSpPr>
        <p:spPr>
          <a:xfrm>
            <a:off x="710375" y="722200"/>
            <a:ext cx="1923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3286300" y="1700095"/>
            <a:ext cx="2239800" cy="2804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18"/>
          <p:cNvSpPr txBox="1"/>
          <p:nvPr>
            <p:ph idx="2" type="body"/>
          </p:nvPr>
        </p:nvSpPr>
        <p:spPr>
          <a:xfrm>
            <a:off x="6271450" y="1698375"/>
            <a:ext cx="2239800" cy="2804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3" name="Google Shape;103;p18"/>
          <p:cNvSpPr txBox="1"/>
          <p:nvPr>
            <p:ph idx="3" type="subTitle"/>
          </p:nvPr>
        </p:nvSpPr>
        <p:spPr>
          <a:xfrm>
            <a:off x="3286300" y="653525"/>
            <a:ext cx="2239800" cy="9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104" name="Google Shape;104;p18"/>
          <p:cNvSpPr txBox="1"/>
          <p:nvPr>
            <p:ph idx="4" type="subTitle"/>
          </p:nvPr>
        </p:nvSpPr>
        <p:spPr>
          <a:xfrm>
            <a:off x="6271450" y="653525"/>
            <a:ext cx="2239800" cy="9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2">
  <p:cSld name="SECTION_HEADER_5">
    <p:bg>
      <p:bgPr>
        <a:solidFill>
          <a:schemeClr val="accen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/>
          <p:nvPr/>
        </p:nvSpPr>
        <p:spPr>
          <a:xfrm>
            <a:off x="362500" y="367875"/>
            <a:ext cx="4773900" cy="4404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9"/>
          <p:cNvSpPr/>
          <p:nvPr/>
        </p:nvSpPr>
        <p:spPr>
          <a:xfrm>
            <a:off x="2633650" y="223800"/>
            <a:ext cx="362400" cy="469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109" name="Google Shape;109;p19"/>
          <p:cNvSpPr/>
          <p:nvPr/>
        </p:nvSpPr>
        <p:spPr>
          <a:xfrm>
            <a:off x="2996050" y="324825"/>
            <a:ext cx="2820300" cy="449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0" name="Google Shape;110;p19"/>
          <p:cNvSpPr/>
          <p:nvPr/>
        </p:nvSpPr>
        <p:spPr>
          <a:xfrm>
            <a:off x="5981200" y="324825"/>
            <a:ext cx="2820300" cy="449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1" name="Google Shape;111;p19"/>
          <p:cNvSpPr txBox="1"/>
          <p:nvPr>
            <p:ph type="title"/>
          </p:nvPr>
        </p:nvSpPr>
        <p:spPr>
          <a:xfrm>
            <a:off x="710375" y="722200"/>
            <a:ext cx="1923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3286300" y="1700095"/>
            <a:ext cx="2239800" cy="2804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2" type="body"/>
          </p:nvPr>
        </p:nvSpPr>
        <p:spPr>
          <a:xfrm>
            <a:off x="6271450" y="1698375"/>
            <a:ext cx="2239800" cy="2804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4" name="Google Shape;114;p19"/>
          <p:cNvSpPr txBox="1"/>
          <p:nvPr>
            <p:ph idx="3" type="subTitle"/>
          </p:nvPr>
        </p:nvSpPr>
        <p:spPr>
          <a:xfrm>
            <a:off x="3286300" y="653525"/>
            <a:ext cx="2239800" cy="9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115" name="Google Shape;115;p19"/>
          <p:cNvSpPr txBox="1"/>
          <p:nvPr>
            <p:ph idx="4" type="subTitle"/>
          </p:nvPr>
        </p:nvSpPr>
        <p:spPr>
          <a:xfrm>
            <a:off x="6271450" y="653525"/>
            <a:ext cx="2239800" cy="9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3">
  <p:cSld name="SECTION_HEADER_6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118" name="Google Shape;118;p20"/>
          <p:cNvSpPr/>
          <p:nvPr/>
        </p:nvSpPr>
        <p:spPr>
          <a:xfrm>
            <a:off x="373575" y="378525"/>
            <a:ext cx="8411700" cy="3624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9" name="Google Shape;119;p20"/>
          <p:cNvSpPr/>
          <p:nvPr/>
        </p:nvSpPr>
        <p:spPr>
          <a:xfrm rot="5400000">
            <a:off x="3181225" y="-1502225"/>
            <a:ext cx="2837100" cy="856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0"/>
          <p:cNvSpPr txBox="1"/>
          <p:nvPr>
            <p:ph type="title"/>
          </p:nvPr>
        </p:nvSpPr>
        <p:spPr>
          <a:xfrm>
            <a:off x="710375" y="623225"/>
            <a:ext cx="7762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1" name="Google Shape;121;p20"/>
          <p:cNvSpPr/>
          <p:nvPr/>
        </p:nvSpPr>
        <p:spPr>
          <a:xfrm>
            <a:off x="373575" y="1726875"/>
            <a:ext cx="4087200" cy="3055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2" name="Google Shape;122;p20"/>
          <p:cNvSpPr/>
          <p:nvPr/>
        </p:nvSpPr>
        <p:spPr>
          <a:xfrm>
            <a:off x="4697962" y="1726875"/>
            <a:ext cx="4087200" cy="3055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3" name="Google Shape;123;p20"/>
          <p:cNvSpPr txBox="1"/>
          <p:nvPr>
            <p:ph idx="1" type="body"/>
          </p:nvPr>
        </p:nvSpPr>
        <p:spPr>
          <a:xfrm>
            <a:off x="657375" y="2839763"/>
            <a:ext cx="3519600" cy="16143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4" name="Google Shape;124;p20"/>
          <p:cNvSpPr txBox="1"/>
          <p:nvPr>
            <p:ph idx="2" type="body"/>
          </p:nvPr>
        </p:nvSpPr>
        <p:spPr>
          <a:xfrm>
            <a:off x="4981750" y="2839763"/>
            <a:ext cx="3519600" cy="16143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5" name="Google Shape;125;p20"/>
          <p:cNvSpPr txBox="1"/>
          <p:nvPr>
            <p:ph idx="3" type="subTitle"/>
          </p:nvPr>
        </p:nvSpPr>
        <p:spPr>
          <a:xfrm>
            <a:off x="657375" y="2055225"/>
            <a:ext cx="3519600" cy="6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126" name="Google Shape;126;p20"/>
          <p:cNvSpPr txBox="1"/>
          <p:nvPr>
            <p:ph idx="4" type="subTitle"/>
          </p:nvPr>
        </p:nvSpPr>
        <p:spPr>
          <a:xfrm>
            <a:off x="4981750" y="2055225"/>
            <a:ext cx="3519600" cy="6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1 Image">
  <p:cSld name="SECTION_HEADER_7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129" name="Google Shape;129;p21"/>
          <p:cNvSpPr/>
          <p:nvPr/>
        </p:nvSpPr>
        <p:spPr>
          <a:xfrm>
            <a:off x="373575" y="378525"/>
            <a:ext cx="8411700" cy="3624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30" name="Google Shape;130;p21"/>
          <p:cNvSpPr/>
          <p:nvPr/>
        </p:nvSpPr>
        <p:spPr>
          <a:xfrm rot="5400000">
            <a:off x="2982925" y="-1514975"/>
            <a:ext cx="3233700" cy="856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1"/>
          <p:cNvSpPr txBox="1"/>
          <p:nvPr>
            <p:ph type="title"/>
          </p:nvPr>
        </p:nvSpPr>
        <p:spPr>
          <a:xfrm>
            <a:off x="710375" y="524250"/>
            <a:ext cx="7762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32" name="Google Shape;132;p21"/>
          <p:cNvSpPr/>
          <p:nvPr/>
        </p:nvSpPr>
        <p:spPr>
          <a:xfrm>
            <a:off x="373575" y="1726875"/>
            <a:ext cx="4087200" cy="341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33" name="Google Shape;133;p21"/>
          <p:cNvSpPr/>
          <p:nvPr/>
        </p:nvSpPr>
        <p:spPr>
          <a:xfrm>
            <a:off x="4697953" y="1726875"/>
            <a:ext cx="4087200" cy="3416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657375" y="3861250"/>
            <a:ext cx="3519600" cy="958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21"/>
          <p:cNvSpPr/>
          <p:nvPr>
            <p:ph idx="2" type="pic"/>
          </p:nvPr>
        </p:nvSpPr>
        <p:spPr>
          <a:xfrm>
            <a:off x="373575" y="1492100"/>
            <a:ext cx="4087200" cy="1447200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21"/>
          <p:cNvSpPr/>
          <p:nvPr>
            <p:ph idx="3" type="pic"/>
          </p:nvPr>
        </p:nvSpPr>
        <p:spPr>
          <a:xfrm>
            <a:off x="4697950" y="1492100"/>
            <a:ext cx="4087200" cy="144720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21"/>
          <p:cNvSpPr txBox="1"/>
          <p:nvPr>
            <p:ph idx="4" type="body"/>
          </p:nvPr>
        </p:nvSpPr>
        <p:spPr>
          <a:xfrm>
            <a:off x="4981750" y="3861250"/>
            <a:ext cx="3519600" cy="958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8" name="Google Shape;138;p21"/>
          <p:cNvSpPr txBox="1"/>
          <p:nvPr>
            <p:ph idx="5" type="subTitle"/>
          </p:nvPr>
        </p:nvSpPr>
        <p:spPr>
          <a:xfrm>
            <a:off x="4981750" y="3274200"/>
            <a:ext cx="3519600" cy="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139" name="Google Shape;139;p21"/>
          <p:cNvSpPr txBox="1"/>
          <p:nvPr>
            <p:ph idx="6" type="subTitle"/>
          </p:nvPr>
        </p:nvSpPr>
        <p:spPr>
          <a:xfrm>
            <a:off x="657375" y="3274200"/>
            <a:ext cx="3519600" cy="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Bullet Points v1 No Image">
  <p:cSld name="SECTION_HEADER_8">
    <p:bg>
      <p:bgPr>
        <a:solidFill>
          <a:schemeClr val="accent2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/>
          <p:nvPr/>
        </p:nvSpPr>
        <p:spPr>
          <a:xfrm>
            <a:off x="727625" y="762450"/>
            <a:ext cx="7727700" cy="361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42" name="Google Shape;14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grpSp>
        <p:nvGrpSpPr>
          <p:cNvPr id="143" name="Google Shape;143;p22"/>
          <p:cNvGrpSpPr/>
          <p:nvPr/>
        </p:nvGrpSpPr>
        <p:grpSpPr>
          <a:xfrm>
            <a:off x="350375" y="362200"/>
            <a:ext cx="8465400" cy="2020200"/>
            <a:chOff x="350375" y="362200"/>
            <a:chExt cx="8465400" cy="2020200"/>
          </a:xfrm>
        </p:grpSpPr>
        <p:cxnSp>
          <p:nvCxnSpPr>
            <p:cNvPr id="144" name="Google Shape;144;p22"/>
            <p:cNvCxnSpPr/>
            <p:nvPr/>
          </p:nvCxnSpPr>
          <p:spPr>
            <a:xfrm rot="10800000">
              <a:off x="358050" y="362200"/>
              <a:ext cx="0" cy="20202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" name="Google Shape;145;p22"/>
            <p:cNvCxnSpPr/>
            <p:nvPr/>
          </p:nvCxnSpPr>
          <p:spPr>
            <a:xfrm>
              <a:off x="350375" y="362650"/>
              <a:ext cx="8465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" name="Google Shape;146;p22"/>
            <p:cNvCxnSpPr/>
            <p:nvPr/>
          </p:nvCxnSpPr>
          <p:spPr>
            <a:xfrm rot="10800000">
              <a:off x="8815775" y="362200"/>
              <a:ext cx="0" cy="20202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7" name="Google Shape;147;p22"/>
          <p:cNvGrpSpPr/>
          <p:nvPr/>
        </p:nvGrpSpPr>
        <p:grpSpPr>
          <a:xfrm rot="10800000">
            <a:off x="350375" y="2751175"/>
            <a:ext cx="8465400" cy="2020200"/>
            <a:chOff x="350375" y="362200"/>
            <a:chExt cx="8465400" cy="2020200"/>
          </a:xfrm>
        </p:grpSpPr>
        <p:cxnSp>
          <p:nvCxnSpPr>
            <p:cNvPr id="148" name="Google Shape;148;p22"/>
            <p:cNvCxnSpPr/>
            <p:nvPr/>
          </p:nvCxnSpPr>
          <p:spPr>
            <a:xfrm rot="10800000">
              <a:off x="358050" y="362200"/>
              <a:ext cx="0" cy="20202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" name="Google Shape;149;p22"/>
            <p:cNvCxnSpPr/>
            <p:nvPr/>
          </p:nvCxnSpPr>
          <p:spPr>
            <a:xfrm>
              <a:off x="350375" y="362650"/>
              <a:ext cx="8465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" name="Google Shape;150;p22"/>
            <p:cNvCxnSpPr/>
            <p:nvPr/>
          </p:nvCxnSpPr>
          <p:spPr>
            <a:xfrm rot="10800000">
              <a:off x="8815775" y="362200"/>
              <a:ext cx="0" cy="20202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1" name="Google Shape;151;p22"/>
          <p:cNvSpPr txBox="1"/>
          <p:nvPr>
            <p:ph type="title"/>
          </p:nvPr>
        </p:nvSpPr>
        <p:spPr>
          <a:xfrm>
            <a:off x="1146275" y="1123641"/>
            <a:ext cx="6890400" cy="5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52" name="Google Shape;152;p22"/>
          <p:cNvSpPr txBox="1"/>
          <p:nvPr>
            <p:ph idx="1" type="body"/>
          </p:nvPr>
        </p:nvSpPr>
        <p:spPr>
          <a:xfrm>
            <a:off x="1146275" y="1912362"/>
            <a:ext cx="6890400" cy="210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Bullet Points v1">
  <p:cSld name="SECTION_HEADER_9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155" name="Google Shape;155;p23"/>
          <p:cNvSpPr/>
          <p:nvPr/>
        </p:nvSpPr>
        <p:spPr>
          <a:xfrm>
            <a:off x="397025" y="378525"/>
            <a:ext cx="8388300" cy="3624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6" name="Google Shape;156;p23"/>
          <p:cNvSpPr/>
          <p:nvPr>
            <p:ph idx="2" type="pic"/>
          </p:nvPr>
        </p:nvSpPr>
        <p:spPr>
          <a:xfrm>
            <a:off x="373575" y="1862950"/>
            <a:ext cx="4087200" cy="2944200"/>
          </a:xfrm>
          <a:prstGeom prst="rect">
            <a:avLst/>
          </a:prstGeom>
          <a:noFill/>
          <a:ln>
            <a:noFill/>
          </a:ln>
        </p:spPr>
      </p:sp>
      <p:sp>
        <p:nvSpPr>
          <p:cNvPr id="157" name="Google Shape;157;p23"/>
          <p:cNvSpPr/>
          <p:nvPr/>
        </p:nvSpPr>
        <p:spPr>
          <a:xfrm rot="-5400000">
            <a:off x="2235975" y="-666200"/>
            <a:ext cx="362400" cy="469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3"/>
          <p:cNvSpPr/>
          <p:nvPr/>
        </p:nvSpPr>
        <p:spPr>
          <a:xfrm>
            <a:off x="4460775" y="223800"/>
            <a:ext cx="362400" cy="469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3"/>
          <p:cNvSpPr/>
          <p:nvPr/>
        </p:nvSpPr>
        <p:spPr>
          <a:xfrm>
            <a:off x="4826825" y="378525"/>
            <a:ext cx="3958500" cy="44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0" name="Google Shape;160;p23"/>
          <p:cNvSpPr txBox="1"/>
          <p:nvPr>
            <p:ph type="title"/>
          </p:nvPr>
        </p:nvSpPr>
        <p:spPr>
          <a:xfrm>
            <a:off x="710375" y="623225"/>
            <a:ext cx="3498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61" name="Google Shape;161;p23"/>
          <p:cNvSpPr txBox="1"/>
          <p:nvPr>
            <p:ph idx="1" type="body"/>
          </p:nvPr>
        </p:nvSpPr>
        <p:spPr>
          <a:xfrm>
            <a:off x="5140625" y="699375"/>
            <a:ext cx="3330900" cy="3786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Bullet Points v2">
  <p:cSld name="SECTION_HEADER_10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164" name="Google Shape;164;p24"/>
          <p:cNvSpPr/>
          <p:nvPr/>
        </p:nvSpPr>
        <p:spPr>
          <a:xfrm>
            <a:off x="373575" y="378525"/>
            <a:ext cx="8411700" cy="3624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5" name="Google Shape;165;p24"/>
          <p:cNvSpPr/>
          <p:nvPr/>
        </p:nvSpPr>
        <p:spPr>
          <a:xfrm rot="5400000">
            <a:off x="3181225" y="-1502225"/>
            <a:ext cx="2837100" cy="856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4"/>
          <p:cNvSpPr txBox="1"/>
          <p:nvPr>
            <p:ph type="title"/>
          </p:nvPr>
        </p:nvSpPr>
        <p:spPr>
          <a:xfrm>
            <a:off x="710375" y="623225"/>
            <a:ext cx="7762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67" name="Google Shape;167;p24"/>
          <p:cNvSpPr/>
          <p:nvPr/>
        </p:nvSpPr>
        <p:spPr>
          <a:xfrm>
            <a:off x="4697962" y="1726875"/>
            <a:ext cx="4087200" cy="3055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8" name="Google Shape;168;p24"/>
          <p:cNvSpPr/>
          <p:nvPr>
            <p:ph idx="2" type="pic"/>
          </p:nvPr>
        </p:nvSpPr>
        <p:spPr>
          <a:xfrm>
            <a:off x="373575" y="1726875"/>
            <a:ext cx="4087200" cy="30555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24"/>
          <p:cNvSpPr txBox="1"/>
          <p:nvPr>
            <p:ph idx="1" type="body"/>
          </p:nvPr>
        </p:nvSpPr>
        <p:spPr>
          <a:xfrm>
            <a:off x="5012200" y="2051625"/>
            <a:ext cx="3458700" cy="2406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">
  <p:cSld name="SECTION_HEADER_11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/>
          <p:nvPr/>
        </p:nvSpPr>
        <p:spPr>
          <a:xfrm>
            <a:off x="362500" y="367875"/>
            <a:ext cx="4773900" cy="4404000"/>
          </a:xfrm>
          <a:prstGeom prst="rect">
            <a:avLst/>
          </a:prstGeom>
          <a:noFill/>
          <a:ln cap="flat" cmpd="sng" w="9525">
            <a:solidFill>
              <a:srgbClr val="003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5"/>
          <p:cNvSpPr/>
          <p:nvPr/>
        </p:nvSpPr>
        <p:spPr>
          <a:xfrm>
            <a:off x="1266725" y="324825"/>
            <a:ext cx="362400" cy="469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174" name="Google Shape;174;p25"/>
          <p:cNvSpPr/>
          <p:nvPr/>
        </p:nvSpPr>
        <p:spPr>
          <a:xfrm>
            <a:off x="4020217" y="324825"/>
            <a:ext cx="2391000" cy="4490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5" name="Google Shape;175;p25"/>
          <p:cNvSpPr/>
          <p:nvPr/>
        </p:nvSpPr>
        <p:spPr>
          <a:xfrm>
            <a:off x="6410454" y="324825"/>
            <a:ext cx="2391000" cy="4490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6" name="Google Shape;176;p25"/>
          <p:cNvSpPr/>
          <p:nvPr/>
        </p:nvSpPr>
        <p:spPr>
          <a:xfrm>
            <a:off x="1629175" y="326700"/>
            <a:ext cx="2391000" cy="4490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7" name="Google Shape;177;p25"/>
          <p:cNvSpPr txBox="1"/>
          <p:nvPr>
            <p:ph type="title"/>
          </p:nvPr>
        </p:nvSpPr>
        <p:spPr>
          <a:xfrm rot="-5400000">
            <a:off x="-902350" y="2285400"/>
            <a:ext cx="356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78" name="Google Shape;178;p25"/>
          <p:cNvSpPr txBox="1"/>
          <p:nvPr>
            <p:ph idx="1" type="body"/>
          </p:nvPr>
        </p:nvSpPr>
        <p:spPr>
          <a:xfrm>
            <a:off x="1883875" y="1449238"/>
            <a:ext cx="1881600" cy="3070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9" name="Google Shape;179;p25"/>
          <p:cNvSpPr txBox="1"/>
          <p:nvPr>
            <p:ph idx="2" type="body"/>
          </p:nvPr>
        </p:nvSpPr>
        <p:spPr>
          <a:xfrm>
            <a:off x="4274513" y="1449225"/>
            <a:ext cx="1881600" cy="3070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0" name="Google Shape;180;p25"/>
          <p:cNvSpPr txBox="1"/>
          <p:nvPr>
            <p:ph idx="3" type="body"/>
          </p:nvPr>
        </p:nvSpPr>
        <p:spPr>
          <a:xfrm>
            <a:off x="6665975" y="1449238"/>
            <a:ext cx="1881600" cy="3070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1" name="Google Shape;181;p25"/>
          <p:cNvSpPr txBox="1"/>
          <p:nvPr>
            <p:ph idx="4" type="subTitle"/>
          </p:nvPr>
        </p:nvSpPr>
        <p:spPr>
          <a:xfrm>
            <a:off x="1883875" y="640250"/>
            <a:ext cx="1881600" cy="7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182" name="Google Shape;182;p25"/>
          <p:cNvSpPr txBox="1"/>
          <p:nvPr>
            <p:ph idx="5" type="subTitle"/>
          </p:nvPr>
        </p:nvSpPr>
        <p:spPr>
          <a:xfrm>
            <a:off x="4274513" y="640250"/>
            <a:ext cx="1881600" cy="7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183" name="Google Shape;183;p25"/>
          <p:cNvSpPr txBox="1"/>
          <p:nvPr>
            <p:ph idx="6" type="subTitle"/>
          </p:nvPr>
        </p:nvSpPr>
        <p:spPr>
          <a:xfrm>
            <a:off x="6665975" y="640250"/>
            <a:ext cx="1881600" cy="7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-v2">
  <p:cSld name="SECTION_HEADER_12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/>
          <p:nvPr/>
        </p:nvSpPr>
        <p:spPr>
          <a:xfrm>
            <a:off x="373575" y="378525"/>
            <a:ext cx="8411700" cy="3624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86" name="Google Shape;186;p26"/>
          <p:cNvSpPr/>
          <p:nvPr/>
        </p:nvSpPr>
        <p:spPr>
          <a:xfrm rot="5400000">
            <a:off x="3181225" y="-1502225"/>
            <a:ext cx="2837100" cy="856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188" name="Google Shape;188;p26"/>
          <p:cNvSpPr/>
          <p:nvPr/>
        </p:nvSpPr>
        <p:spPr>
          <a:xfrm>
            <a:off x="1975" y="1726875"/>
            <a:ext cx="9144000" cy="341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89" name="Google Shape;189;p26"/>
          <p:cNvSpPr txBox="1"/>
          <p:nvPr>
            <p:ph type="title"/>
          </p:nvPr>
        </p:nvSpPr>
        <p:spPr>
          <a:xfrm>
            <a:off x="710375" y="623225"/>
            <a:ext cx="7762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cxnSp>
        <p:nvCxnSpPr>
          <p:cNvPr id="190" name="Google Shape;190;p26"/>
          <p:cNvCxnSpPr/>
          <p:nvPr/>
        </p:nvCxnSpPr>
        <p:spPr>
          <a:xfrm>
            <a:off x="3176975" y="2069700"/>
            <a:ext cx="0" cy="2718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26"/>
          <p:cNvCxnSpPr/>
          <p:nvPr/>
        </p:nvCxnSpPr>
        <p:spPr>
          <a:xfrm>
            <a:off x="5981200" y="2075775"/>
            <a:ext cx="0" cy="2718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" name="Google Shape;192;p26"/>
          <p:cNvSpPr txBox="1"/>
          <p:nvPr>
            <p:ph idx="1" type="body"/>
          </p:nvPr>
        </p:nvSpPr>
        <p:spPr>
          <a:xfrm>
            <a:off x="373575" y="2866049"/>
            <a:ext cx="2604900" cy="1928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3" name="Google Shape;193;p26"/>
          <p:cNvSpPr txBox="1"/>
          <p:nvPr>
            <p:ph idx="2" type="body"/>
          </p:nvPr>
        </p:nvSpPr>
        <p:spPr>
          <a:xfrm>
            <a:off x="3276642" y="2861025"/>
            <a:ext cx="2604900" cy="1928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4" name="Google Shape;194;p26"/>
          <p:cNvSpPr txBox="1"/>
          <p:nvPr>
            <p:ph idx="3" type="body"/>
          </p:nvPr>
        </p:nvSpPr>
        <p:spPr>
          <a:xfrm>
            <a:off x="6179921" y="2866049"/>
            <a:ext cx="2604900" cy="1928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5" name="Google Shape;195;p26"/>
          <p:cNvSpPr txBox="1"/>
          <p:nvPr>
            <p:ph idx="4" type="subTitle"/>
          </p:nvPr>
        </p:nvSpPr>
        <p:spPr>
          <a:xfrm>
            <a:off x="373575" y="2086875"/>
            <a:ext cx="2604900" cy="7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6" name="Google Shape;196;p26"/>
          <p:cNvSpPr txBox="1"/>
          <p:nvPr>
            <p:ph idx="5" type="subTitle"/>
          </p:nvPr>
        </p:nvSpPr>
        <p:spPr>
          <a:xfrm>
            <a:off x="3276638" y="2086875"/>
            <a:ext cx="2604900" cy="7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7" name="Google Shape;197;p26"/>
          <p:cNvSpPr txBox="1"/>
          <p:nvPr>
            <p:ph idx="6" type="subTitle"/>
          </p:nvPr>
        </p:nvSpPr>
        <p:spPr>
          <a:xfrm>
            <a:off x="6179725" y="2086875"/>
            <a:ext cx="2604900" cy="7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-v3">
  <p:cSld name="CUSTOM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/>
          <p:nvPr/>
        </p:nvSpPr>
        <p:spPr>
          <a:xfrm>
            <a:off x="3995700" y="3814050"/>
            <a:ext cx="4773900" cy="13323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7"/>
          <p:cNvSpPr/>
          <p:nvPr/>
        </p:nvSpPr>
        <p:spPr>
          <a:xfrm>
            <a:off x="8405850" y="3761075"/>
            <a:ext cx="67500" cy="143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7"/>
          <p:cNvSpPr/>
          <p:nvPr/>
        </p:nvSpPr>
        <p:spPr>
          <a:xfrm rot="10800000">
            <a:off x="377725" y="2431525"/>
            <a:ext cx="4773900" cy="13323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7"/>
          <p:cNvSpPr/>
          <p:nvPr/>
        </p:nvSpPr>
        <p:spPr>
          <a:xfrm rot="10800000">
            <a:off x="670650" y="2381425"/>
            <a:ext cx="67500" cy="143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7"/>
          <p:cNvSpPr/>
          <p:nvPr/>
        </p:nvSpPr>
        <p:spPr>
          <a:xfrm>
            <a:off x="3995700" y="1051875"/>
            <a:ext cx="4773900" cy="13323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7"/>
          <p:cNvSpPr/>
          <p:nvPr/>
        </p:nvSpPr>
        <p:spPr>
          <a:xfrm>
            <a:off x="377725" y="1051875"/>
            <a:ext cx="8033700" cy="1332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7"/>
          <p:cNvSpPr/>
          <p:nvPr/>
        </p:nvSpPr>
        <p:spPr>
          <a:xfrm flipH="1">
            <a:off x="738150" y="2431525"/>
            <a:ext cx="8033700" cy="1332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7"/>
          <p:cNvSpPr/>
          <p:nvPr/>
        </p:nvSpPr>
        <p:spPr>
          <a:xfrm>
            <a:off x="372150" y="3811175"/>
            <a:ext cx="8033700" cy="1332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7"/>
          <p:cNvSpPr txBox="1"/>
          <p:nvPr>
            <p:ph idx="1" type="subTitle"/>
          </p:nvPr>
        </p:nvSpPr>
        <p:spPr>
          <a:xfrm>
            <a:off x="504000" y="1155600"/>
            <a:ext cx="7779600" cy="5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8" name="Google Shape;208;p27"/>
          <p:cNvSpPr txBox="1"/>
          <p:nvPr>
            <p:ph idx="2" type="body"/>
          </p:nvPr>
        </p:nvSpPr>
        <p:spPr>
          <a:xfrm>
            <a:off x="504000" y="1688400"/>
            <a:ext cx="7779600" cy="5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9" name="Google Shape;209;p27"/>
          <p:cNvSpPr txBox="1"/>
          <p:nvPr>
            <p:ph idx="3" type="subTitle"/>
          </p:nvPr>
        </p:nvSpPr>
        <p:spPr>
          <a:xfrm>
            <a:off x="864000" y="2534400"/>
            <a:ext cx="7779600" cy="5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 sz="14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 sz="14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 sz="14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 sz="14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 sz="14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 sz="14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 sz="14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 sz="14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0" name="Google Shape;210;p27"/>
          <p:cNvSpPr txBox="1"/>
          <p:nvPr>
            <p:ph idx="4" type="body"/>
          </p:nvPr>
        </p:nvSpPr>
        <p:spPr>
          <a:xfrm>
            <a:off x="864000" y="3067200"/>
            <a:ext cx="7779600" cy="5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1" name="Google Shape;211;p27"/>
          <p:cNvSpPr txBox="1"/>
          <p:nvPr>
            <p:ph idx="5" type="subTitle"/>
          </p:nvPr>
        </p:nvSpPr>
        <p:spPr>
          <a:xfrm>
            <a:off x="504000" y="3866400"/>
            <a:ext cx="7779600" cy="5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 sz="14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 sz="14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 sz="14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 sz="14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 sz="14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 sz="14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 sz="14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 sz="14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2" name="Google Shape;212;p27"/>
          <p:cNvSpPr txBox="1"/>
          <p:nvPr>
            <p:ph idx="6" type="body"/>
          </p:nvPr>
        </p:nvSpPr>
        <p:spPr>
          <a:xfrm>
            <a:off x="504000" y="4399200"/>
            <a:ext cx="7779600" cy="5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3" name="Google Shape;213;p27"/>
          <p:cNvSpPr txBox="1"/>
          <p:nvPr>
            <p:ph type="title"/>
          </p:nvPr>
        </p:nvSpPr>
        <p:spPr>
          <a:xfrm>
            <a:off x="370800" y="248475"/>
            <a:ext cx="83988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4" name="Google Shape;214;p27"/>
          <p:cNvSpPr/>
          <p:nvPr/>
        </p:nvSpPr>
        <p:spPr>
          <a:xfrm>
            <a:off x="8405850" y="998900"/>
            <a:ext cx="67500" cy="143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-v3 1 Image">
  <p:cSld name="MAIN_POINT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217" name="Google Shape;217;p28"/>
          <p:cNvSpPr/>
          <p:nvPr/>
        </p:nvSpPr>
        <p:spPr>
          <a:xfrm>
            <a:off x="4015300" y="367875"/>
            <a:ext cx="4773900" cy="4404000"/>
          </a:xfrm>
          <a:prstGeom prst="rect">
            <a:avLst/>
          </a:prstGeom>
          <a:noFill/>
          <a:ln cap="flat" cmpd="sng" w="9525">
            <a:solidFill>
              <a:srgbClr val="003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8"/>
          <p:cNvSpPr/>
          <p:nvPr/>
        </p:nvSpPr>
        <p:spPr>
          <a:xfrm>
            <a:off x="7738725" y="221925"/>
            <a:ext cx="348300" cy="469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8"/>
          <p:cNvSpPr/>
          <p:nvPr/>
        </p:nvSpPr>
        <p:spPr>
          <a:xfrm>
            <a:off x="-825" y="-11150"/>
            <a:ext cx="2580000" cy="5183400"/>
          </a:xfrm>
          <a:prstGeom prst="rect">
            <a:avLst/>
          </a:prstGeom>
          <a:solidFill>
            <a:srgbClr val="003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8"/>
          <p:cNvSpPr/>
          <p:nvPr/>
        </p:nvSpPr>
        <p:spPr>
          <a:xfrm>
            <a:off x="2578950" y="87"/>
            <a:ext cx="2580000" cy="5183400"/>
          </a:xfrm>
          <a:prstGeom prst="rect">
            <a:avLst/>
          </a:prstGeom>
          <a:solidFill>
            <a:srgbClr val="DAD3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8"/>
          <p:cNvSpPr/>
          <p:nvPr/>
        </p:nvSpPr>
        <p:spPr>
          <a:xfrm>
            <a:off x="5158725" y="87"/>
            <a:ext cx="2580000" cy="5183400"/>
          </a:xfrm>
          <a:prstGeom prst="rect">
            <a:avLst/>
          </a:prstGeom>
          <a:solidFill>
            <a:srgbClr val="CAA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8"/>
          <p:cNvSpPr/>
          <p:nvPr>
            <p:ph idx="2" type="pic"/>
          </p:nvPr>
        </p:nvSpPr>
        <p:spPr>
          <a:xfrm>
            <a:off x="234000" y="252000"/>
            <a:ext cx="23472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28"/>
          <p:cNvSpPr/>
          <p:nvPr>
            <p:ph idx="3" type="pic"/>
          </p:nvPr>
        </p:nvSpPr>
        <p:spPr>
          <a:xfrm>
            <a:off x="2811600" y="252000"/>
            <a:ext cx="23472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28"/>
          <p:cNvSpPr/>
          <p:nvPr>
            <p:ph idx="4" type="pic"/>
          </p:nvPr>
        </p:nvSpPr>
        <p:spPr>
          <a:xfrm>
            <a:off x="5389200" y="252000"/>
            <a:ext cx="23472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28"/>
          <p:cNvSpPr txBox="1"/>
          <p:nvPr>
            <p:ph idx="1" type="body"/>
          </p:nvPr>
        </p:nvSpPr>
        <p:spPr>
          <a:xfrm>
            <a:off x="234000" y="3391200"/>
            <a:ext cx="2084400" cy="11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6" name="Google Shape;226;p28"/>
          <p:cNvSpPr txBox="1"/>
          <p:nvPr>
            <p:ph idx="5" type="body"/>
          </p:nvPr>
        </p:nvSpPr>
        <p:spPr>
          <a:xfrm>
            <a:off x="2811600" y="3391200"/>
            <a:ext cx="2084400" cy="11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Char char="●"/>
              <a:defRPr>
                <a:solidFill>
                  <a:srgbClr val="003B40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Char char="○"/>
              <a:defRPr>
                <a:solidFill>
                  <a:srgbClr val="003B40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Char char="■"/>
              <a:defRPr>
                <a:solidFill>
                  <a:srgbClr val="003B40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Char char="●"/>
              <a:defRPr>
                <a:solidFill>
                  <a:srgbClr val="003B40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Char char="○"/>
              <a:defRPr>
                <a:solidFill>
                  <a:srgbClr val="003B40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Char char="■"/>
              <a:defRPr>
                <a:solidFill>
                  <a:srgbClr val="003B40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Char char="●"/>
              <a:defRPr>
                <a:solidFill>
                  <a:srgbClr val="003B40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Char char="○"/>
              <a:defRPr>
                <a:solidFill>
                  <a:srgbClr val="003B40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Char char="■"/>
              <a:defRPr>
                <a:solidFill>
                  <a:srgbClr val="003B40"/>
                </a:solidFill>
              </a:defRPr>
            </a:lvl9pPr>
          </a:lstStyle>
          <a:p/>
        </p:txBody>
      </p:sp>
      <p:sp>
        <p:nvSpPr>
          <p:cNvPr id="227" name="Google Shape;227;p28"/>
          <p:cNvSpPr txBox="1"/>
          <p:nvPr>
            <p:ph idx="6" type="body"/>
          </p:nvPr>
        </p:nvSpPr>
        <p:spPr>
          <a:xfrm>
            <a:off x="5360400" y="3391200"/>
            <a:ext cx="2084400" cy="11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Char char="●"/>
              <a:defRPr>
                <a:solidFill>
                  <a:srgbClr val="003B40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Char char="○"/>
              <a:defRPr>
                <a:solidFill>
                  <a:srgbClr val="003B40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Char char="■"/>
              <a:defRPr>
                <a:solidFill>
                  <a:srgbClr val="003B40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Char char="●"/>
              <a:defRPr>
                <a:solidFill>
                  <a:srgbClr val="003B40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Char char="○"/>
              <a:defRPr>
                <a:solidFill>
                  <a:srgbClr val="003B40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Char char="■"/>
              <a:defRPr>
                <a:solidFill>
                  <a:srgbClr val="003B40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Char char="●"/>
              <a:defRPr>
                <a:solidFill>
                  <a:srgbClr val="003B40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Char char="○"/>
              <a:defRPr>
                <a:solidFill>
                  <a:srgbClr val="003B40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Char char="■"/>
              <a:defRPr>
                <a:solidFill>
                  <a:srgbClr val="003B40"/>
                </a:solidFill>
              </a:defRPr>
            </a:lvl9pPr>
          </a:lstStyle>
          <a:p/>
        </p:txBody>
      </p:sp>
      <p:sp>
        <p:nvSpPr>
          <p:cNvPr id="228" name="Google Shape;228;p28"/>
          <p:cNvSpPr txBox="1"/>
          <p:nvPr>
            <p:ph type="title"/>
          </p:nvPr>
        </p:nvSpPr>
        <p:spPr>
          <a:xfrm rot="5400000">
            <a:off x="6413550" y="2260675"/>
            <a:ext cx="4046100" cy="5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2000"/>
              <a:buNone/>
              <a:defRPr>
                <a:solidFill>
                  <a:srgbClr val="003B4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2000"/>
              <a:buNone/>
              <a:defRPr>
                <a:solidFill>
                  <a:srgbClr val="003B40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2000"/>
              <a:buNone/>
              <a:defRPr>
                <a:solidFill>
                  <a:srgbClr val="003B40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2000"/>
              <a:buNone/>
              <a:defRPr>
                <a:solidFill>
                  <a:srgbClr val="003B40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2000"/>
              <a:buNone/>
              <a:defRPr>
                <a:solidFill>
                  <a:srgbClr val="003B40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2000"/>
              <a:buNone/>
              <a:defRPr>
                <a:solidFill>
                  <a:srgbClr val="003B40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2000"/>
              <a:buNone/>
              <a:defRPr>
                <a:solidFill>
                  <a:srgbClr val="003B40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2000"/>
              <a:buNone/>
              <a:defRPr>
                <a:solidFill>
                  <a:srgbClr val="003B40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2000"/>
              <a:buNone/>
              <a:defRPr>
                <a:solidFill>
                  <a:srgbClr val="003B40"/>
                </a:solidFill>
              </a:defRPr>
            </a:lvl9pPr>
          </a:lstStyle>
          <a:p/>
        </p:txBody>
      </p:sp>
      <p:sp>
        <p:nvSpPr>
          <p:cNvPr id="229" name="Google Shape;229;p28"/>
          <p:cNvSpPr txBox="1"/>
          <p:nvPr>
            <p:ph idx="7" type="subTitle"/>
          </p:nvPr>
        </p:nvSpPr>
        <p:spPr>
          <a:xfrm>
            <a:off x="234000" y="2725200"/>
            <a:ext cx="2084400" cy="46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0" name="Google Shape;230;p28"/>
          <p:cNvSpPr txBox="1"/>
          <p:nvPr>
            <p:ph idx="8" type="subTitle"/>
          </p:nvPr>
        </p:nvSpPr>
        <p:spPr>
          <a:xfrm>
            <a:off x="2811600" y="2725200"/>
            <a:ext cx="2084400" cy="46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None/>
              <a:defRPr b="1" sz="1400">
                <a:solidFill>
                  <a:srgbClr val="003B40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None/>
              <a:defRPr b="1" sz="1400">
                <a:solidFill>
                  <a:srgbClr val="003B40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None/>
              <a:defRPr b="1" sz="1400">
                <a:solidFill>
                  <a:srgbClr val="003B40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None/>
              <a:defRPr b="1" sz="1400">
                <a:solidFill>
                  <a:srgbClr val="003B40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None/>
              <a:defRPr b="1" sz="1400">
                <a:solidFill>
                  <a:srgbClr val="003B40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None/>
              <a:defRPr b="1" sz="1400">
                <a:solidFill>
                  <a:srgbClr val="003B40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None/>
              <a:defRPr b="1" sz="1400">
                <a:solidFill>
                  <a:srgbClr val="003B40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None/>
              <a:defRPr b="1" sz="1400">
                <a:solidFill>
                  <a:srgbClr val="003B40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None/>
              <a:defRPr b="1" sz="1400">
                <a:solidFill>
                  <a:srgbClr val="003B40"/>
                </a:solidFill>
              </a:defRPr>
            </a:lvl9pPr>
          </a:lstStyle>
          <a:p/>
        </p:txBody>
      </p:sp>
      <p:sp>
        <p:nvSpPr>
          <p:cNvPr id="231" name="Google Shape;231;p28"/>
          <p:cNvSpPr txBox="1"/>
          <p:nvPr>
            <p:ph idx="9" type="subTitle"/>
          </p:nvPr>
        </p:nvSpPr>
        <p:spPr>
          <a:xfrm>
            <a:off x="5360400" y="2725200"/>
            <a:ext cx="2084400" cy="46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None/>
              <a:defRPr b="1" sz="1400">
                <a:solidFill>
                  <a:srgbClr val="003B40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None/>
              <a:defRPr b="1" sz="1400">
                <a:solidFill>
                  <a:srgbClr val="003B40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None/>
              <a:defRPr b="1" sz="1400">
                <a:solidFill>
                  <a:srgbClr val="003B40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None/>
              <a:defRPr b="1" sz="1400">
                <a:solidFill>
                  <a:srgbClr val="003B40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None/>
              <a:defRPr b="1" sz="1400">
                <a:solidFill>
                  <a:srgbClr val="003B40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None/>
              <a:defRPr b="1" sz="1400">
                <a:solidFill>
                  <a:srgbClr val="003B40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None/>
              <a:defRPr b="1" sz="1400">
                <a:solidFill>
                  <a:srgbClr val="003B40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None/>
              <a:defRPr b="1" sz="1400">
                <a:solidFill>
                  <a:srgbClr val="003B40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None/>
              <a:defRPr b="1" sz="1400">
                <a:solidFill>
                  <a:srgbClr val="003B4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eam members slide - v1">
  <p:cSld name="CUSTOM_15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9"/>
          <p:cNvSpPr/>
          <p:nvPr/>
        </p:nvSpPr>
        <p:spPr>
          <a:xfrm>
            <a:off x="366150" y="378525"/>
            <a:ext cx="8411700" cy="3624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4" name="Google Shape;234;p29"/>
          <p:cNvSpPr/>
          <p:nvPr/>
        </p:nvSpPr>
        <p:spPr>
          <a:xfrm rot="5400000">
            <a:off x="3181225" y="-1502225"/>
            <a:ext cx="2837100" cy="856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9"/>
          <p:cNvSpPr/>
          <p:nvPr>
            <p:ph idx="2" type="pic"/>
          </p:nvPr>
        </p:nvSpPr>
        <p:spPr>
          <a:xfrm>
            <a:off x="827775" y="1799400"/>
            <a:ext cx="3574800" cy="17175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29"/>
          <p:cNvSpPr/>
          <p:nvPr/>
        </p:nvSpPr>
        <p:spPr>
          <a:xfrm>
            <a:off x="827775" y="3516900"/>
            <a:ext cx="3574800" cy="1108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9"/>
          <p:cNvSpPr/>
          <p:nvPr>
            <p:ph idx="3" type="pic"/>
          </p:nvPr>
        </p:nvSpPr>
        <p:spPr>
          <a:xfrm>
            <a:off x="4726575" y="1799400"/>
            <a:ext cx="3574800" cy="1717500"/>
          </a:xfrm>
          <a:prstGeom prst="rect">
            <a:avLst/>
          </a:prstGeom>
          <a:noFill/>
          <a:ln>
            <a:noFill/>
          </a:ln>
        </p:spPr>
      </p:sp>
      <p:sp>
        <p:nvSpPr>
          <p:cNvPr id="238" name="Google Shape;238;p29"/>
          <p:cNvSpPr/>
          <p:nvPr/>
        </p:nvSpPr>
        <p:spPr>
          <a:xfrm>
            <a:off x="4726575" y="3516900"/>
            <a:ext cx="3574800" cy="1108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9"/>
          <p:cNvSpPr txBox="1"/>
          <p:nvPr>
            <p:ph type="ctrTitle"/>
          </p:nvPr>
        </p:nvSpPr>
        <p:spPr>
          <a:xfrm>
            <a:off x="835200" y="658775"/>
            <a:ext cx="7473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240" name="Google Shape;240;p29"/>
          <p:cNvSpPr txBox="1"/>
          <p:nvPr>
            <p:ph idx="1" type="body"/>
          </p:nvPr>
        </p:nvSpPr>
        <p:spPr>
          <a:xfrm>
            <a:off x="892575" y="4098652"/>
            <a:ext cx="3445200" cy="442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1" name="Google Shape;241;p29"/>
          <p:cNvSpPr txBox="1"/>
          <p:nvPr>
            <p:ph idx="4" type="subTitle"/>
          </p:nvPr>
        </p:nvSpPr>
        <p:spPr>
          <a:xfrm>
            <a:off x="892575" y="3600951"/>
            <a:ext cx="3445200" cy="4059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2" name="Google Shape;242;p29"/>
          <p:cNvSpPr txBox="1"/>
          <p:nvPr>
            <p:ph idx="5" type="body"/>
          </p:nvPr>
        </p:nvSpPr>
        <p:spPr>
          <a:xfrm>
            <a:off x="4791375" y="4096676"/>
            <a:ext cx="3445200" cy="442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3" name="Google Shape;243;p29"/>
          <p:cNvSpPr txBox="1"/>
          <p:nvPr>
            <p:ph idx="6" type="subTitle"/>
          </p:nvPr>
        </p:nvSpPr>
        <p:spPr>
          <a:xfrm>
            <a:off x="4791375" y="3600951"/>
            <a:ext cx="3445200" cy="4059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eam members slide - v2">
  <p:cSld name="CUSTOM_16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0"/>
          <p:cNvSpPr/>
          <p:nvPr/>
        </p:nvSpPr>
        <p:spPr>
          <a:xfrm>
            <a:off x="366150" y="1116725"/>
            <a:ext cx="8411700" cy="3624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6" name="Google Shape;246;p30"/>
          <p:cNvSpPr/>
          <p:nvPr/>
        </p:nvSpPr>
        <p:spPr>
          <a:xfrm rot="-5400000">
            <a:off x="4332450" y="-1584625"/>
            <a:ext cx="362400" cy="9027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0"/>
          <p:cNvSpPr/>
          <p:nvPr/>
        </p:nvSpPr>
        <p:spPr>
          <a:xfrm>
            <a:off x="10800" y="7200"/>
            <a:ext cx="9144000" cy="27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0"/>
          <p:cNvSpPr/>
          <p:nvPr>
            <p:ph idx="2" type="pic"/>
          </p:nvPr>
        </p:nvSpPr>
        <p:spPr>
          <a:xfrm>
            <a:off x="867600" y="856800"/>
            <a:ext cx="2174400" cy="2368800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30"/>
          <p:cNvSpPr/>
          <p:nvPr/>
        </p:nvSpPr>
        <p:spPr>
          <a:xfrm>
            <a:off x="867600" y="3225600"/>
            <a:ext cx="2174400" cy="1004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0"/>
          <p:cNvSpPr/>
          <p:nvPr>
            <p:ph idx="3" type="pic"/>
          </p:nvPr>
        </p:nvSpPr>
        <p:spPr>
          <a:xfrm>
            <a:off x="3132000" y="856800"/>
            <a:ext cx="2174400" cy="2368800"/>
          </a:xfrm>
          <a:prstGeom prst="rect">
            <a:avLst/>
          </a:prstGeom>
          <a:noFill/>
          <a:ln>
            <a:noFill/>
          </a:ln>
        </p:spPr>
      </p:sp>
      <p:sp>
        <p:nvSpPr>
          <p:cNvPr id="251" name="Google Shape;251;p30"/>
          <p:cNvSpPr/>
          <p:nvPr/>
        </p:nvSpPr>
        <p:spPr>
          <a:xfrm>
            <a:off x="3132000" y="3225600"/>
            <a:ext cx="2174400" cy="1004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0"/>
          <p:cNvSpPr txBox="1"/>
          <p:nvPr>
            <p:ph type="ctrTitle"/>
          </p:nvPr>
        </p:nvSpPr>
        <p:spPr>
          <a:xfrm>
            <a:off x="5490000" y="856800"/>
            <a:ext cx="31674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53" name="Google Shape;253;p30"/>
          <p:cNvSpPr txBox="1"/>
          <p:nvPr>
            <p:ph idx="1" type="body"/>
          </p:nvPr>
        </p:nvSpPr>
        <p:spPr>
          <a:xfrm>
            <a:off x="907200" y="3762000"/>
            <a:ext cx="2095200" cy="403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4" name="Google Shape;254;p30"/>
          <p:cNvSpPr txBox="1"/>
          <p:nvPr>
            <p:ph idx="4" type="subTitle"/>
          </p:nvPr>
        </p:nvSpPr>
        <p:spPr>
          <a:xfrm>
            <a:off x="907200" y="3294000"/>
            <a:ext cx="2095200" cy="403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255" name="Google Shape;255;p30"/>
          <p:cNvSpPr txBox="1"/>
          <p:nvPr>
            <p:ph idx="5" type="body"/>
          </p:nvPr>
        </p:nvSpPr>
        <p:spPr>
          <a:xfrm>
            <a:off x="3171600" y="3762000"/>
            <a:ext cx="2095200" cy="403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6" name="Google Shape;256;p30"/>
          <p:cNvSpPr txBox="1"/>
          <p:nvPr>
            <p:ph idx="6" type="subTitle"/>
          </p:nvPr>
        </p:nvSpPr>
        <p:spPr>
          <a:xfrm>
            <a:off x="3171600" y="3294000"/>
            <a:ext cx="2095200" cy="403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eam members slide - v3">
  <p:cSld name="CUSTOM_17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1"/>
          <p:cNvSpPr/>
          <p:nvPr/>
        </p:nvSpPr>
        <p:spPr>
          <a:xfrm>
            <a:off x="362500" y="367875"/>
            <a:ext cx="6462300" cy="4404000"/>
          </a:xfrm>
          <a:prstGeom prst="rect">
            <a:avLst/>
          </a:prstGeom>
          <a:noFill/>
          <a:ln cap="flat" cmpd="sng" w="9525">
            <a:solidFill>
              <a:srgbClr val="003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1"/>
          <p:cNvSpPr/>
          <p:nvPr/>
        </p:nvSpPr>
        <p:spPr>
          <a:xfrm>
            <a:off x="5577600" y="223800"/>
            <a:ext cx="362400" cy="469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1"/>
          <p:cNvSpPr/>
          <p:nvPr/>
        </p:nvSpPr>
        <p:spPr>
          <a:xfrm>
            <a:off x="5940000" y="9200"/>
            <a:ext cx="320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261" name="Google Shape;261;p31"/>
          <p:cNvSpPr/>
          <p:nvPr/>
        </p:nvSpPr>
        <p:spPr>
          <a:xfrm>
            <a:off x="4482000" y="1058400"/>
            <a:ext cx="3769200" cy="142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1"/>
          <p:cNvSpPr txBox="1"/>
          <p:nvPr>
            <p:ph idx="1" type="body"/>
          </p:nvPr>
        </p:nvSpPr>
        <p:spPr>
          <a:xfrm>
            <a:off x="5680800" y="1868400"/>
            <a:ext cx="2329200" cy="403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3" name="Google Shape;263;p31"/>
          <p:cNvSpPr txBox="1"/>
          <p:nvPr>
            <p:ph idx="2" type="subTitle"/>
          </p:nvPr>
        </p:nvSpPr>
        <p:spPr>
          <a:xfrm>
            <a:off x="5680800" y="1400400"/>
            <a:ext cx="2329200" cy="403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4" name="Google Shape;264;p31"/>
          <p:cNvSpPr/>
          <p:nvPr/>
        </p:nvSpPr>
        <p:spPr>
          <a:xfrm>
            <a:off x="4482000" y="2844000"/>
            <a:ext cx="3769200" cy="142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1"/>
          <p:cNvSpPr txBox="1"/>
          <p:nvPr>
            <p:ph idx="3" type="body"/>
          </p:nvPr>
        </p:nvSpPr>
        <p:spPr>
          <a:xfrm>
            <a:off x="5680800" y="3654000"/>
            <a:ext cx="2329200" cy="403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31"/>
          <p:cNvSpPr txBox="1"/>
          <p:nvPr>
            <p:ph idx="4" type="subTitle"/>
          </p:nvPr>
        </p:nvSpPr>
        <p:spPr>
          <a:xfrm>
            <a:off x="5680800" y="3186000"/>
            <a:ext cx="2329200" cy="403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31"/>
          <p:cNvSpPr txBox="1"/>
          <p:nvPr>
            <p:ph type="ctrTitle"/>
          </p:nvPr>
        </p:nvSpPr>
        <p:spPr>
          <a:xfrm>
            <a:off x="892800" y="1058400"/>
            <a:ext cx="3333600" cy="5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68" name="Google Shape;268;p31"/>
          <p:cNvSpPr/>
          <p:nvPr>
            <p:ph idx="5" type="pic"/>
          </p:nvPr>
        </p:nvSpPr>
        <p:spPr>
          <a:xfrm>
            <a:off x="4672500" y="875675"/>
            <a:ext cx="821400" cy="8214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31"/>
          <p:cNvSpPr/>
          <p:nvPr>
            <p:ph idx="6" type="pic"/>
          </p:nvPr>
        </p:nvSpPr>
        <p:spPr>
          <a:xfrm>
            <a:off x="4672500" y="2628850"/>
            <a:ext cx="821400" cy="8214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team members slide - v1">
  <p:cSld name="CUSTOM_18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/>
          <p:nvPr/>
        </p:nvSpPr>
        <p:spPr>
          <a:xfrm>
            <a:off x="373575" y="378525"/>
            <a:ext cx="8411700" cy="3624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72" name="Google Shape;272;p32"/>
          <p:cNvSpPr/>
          <p:nvPr/>
        </p:nvSpPr>
        <p:spPr>
          <a:xfrm rot="5400000">
            <a:off x="3181225" y="-1502225"/>
            <a:ext cx="2837100" cy="856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2"/>
          <p:cNvSpPr/>
          <p:nvPr/>
        </p:nvSpPr>
        <p:spPr>
          <a:xfrm>
            <a:off x="1163675" y="1657925"/>
            <a:ext cx="1796100" cy="3164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2"/>
          <p:cNvSpPr/>
          <p:nvPr/>
        </p:nvSpPr>
        <p:spPr>
          <a:xfrm>
            <a:off x="1163675" y="4593900"/>
            <a:ext cx="1796100" cy="22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2"/>
          <p:cNvSpPr/>
          <p:nvPr/>
        </p:nvSpPr>
        <p:spPr>
          <a:xfrm>
            <a:off x="3701575" y="1657925"/>
            <a:ext cx="1796100" cy="31641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2"/>
          <p:cNvSpPr/>
          <p:nvPr/>
        </p:nvSpPr>
        <p:spPr>
          <a:xfrm>
            <a:off x="3701575" y="4593900"/>
            <a:ext cx="1796100" cy="22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2"/>
          <p:cNvSpPr/>
          <p:nvPr/>
        </p:nvSpPr>
        <p:spPr>
          <a:xfrm>
            <a:off x="6239475" y="1657925"/>
            <a:ext cx="1796100" cy="3164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2"/>
          <p:cNvSpPr/>
          <p:nvPr/>
        </p:nvSpPr>
        <p:spPr>
          <a:xfrm>
            <a:off x="6239475" y="4593900"/>
            <a:ext cx="1796100" cy="228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2"/>
          <p:cNvSpPr/>
          <p:nvPr>
            <p:ph idx="2" type="pic"/>
          </p:nvPr>
        </p:nvSpPr>
        <p:spPr>
          <a:xfrm>
            <a:off x="1306800" y="1824000"/>
            <a:ext cx="1508400" cy="15084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32"/>
          <p:cNvSpPr txBox="1"/>
          <p:nvPr>
            <p:ph idx="1" type="subTitle"/>
          </p:nvPr>
        </p:nvSpPr>
        <p:spPr>
          <a:xfrm>
            <a:off x="1306800" y="3458400"/>
            <a:ext cx="1508400" cy="46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281" name="Google Shape;281;p32"/>
          <p:cNvSpPr/>
          <p:nvPr>
            <p:ph idx="3" type="pic"/>
          </p:nvPr>
        </p:nvSpPr>
        <p:spPr>
          <a:xfrm>
            <a:off x="3844800" y="1824000"/>
            <a:ext cx="1508400" cy="1508400"/>
          </a:xfrm>
          <a:prstGeom prst="rect">
            <a:avLst/>
          </a:prstGeom>
          <a:noFill/>
          <a:ln>
            <a:noFill/>
          </a:ln>
        </p:spPr>
      </p:sp>
      <p:sp>
        <p:nvSpPr>
          <p:cNvPr id="282" name="Google Shape;282;p32"/>
          <p:cNvSpPr txBox="1"/>
          <p:nvPr>
            <p:ph idx="4" type="subTitle"/>
          </p:nvPr>
        </p:nvSpPr>
        <p:spPr>
          <a:xfrm>
            <a:off x="3844800" y="3458400"/>
            <a:ext cx="1508400" cy="46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283" name="Google Shape;283;p32"/>
          <p:cNvSpPr/>
          <p:nvPr>
            <p:ph idx="5" type="pic"/>
          </p:nvPr>
        </p:nvSpPr>
        <p:spPr>
          <a:xfrm>
            <a:off x="6382800" y="1824000"/>
            <a:ext cx="1508400" cy="1508400"/>
          </a:xfrm>
          <a:prstGeom prst="rect">
            <a:avLst/>
          </a:prstGeom>
          <a:noFill/>
          <a:ln>
            <a:noFill/>
          </a:ln>
        </p:spPr>
      </p:sp>
      <p:sp>
        <p:nvSpPr>
          <p:cNvPr id="284" name="Google Shape;284;p32"/>
          <p:cNvSpPr txBox="1"/>
          <p:nvPr>
            <p:ph idx="6" type="subTitle"/>
          </p:nvPr>
        </p:nvSpPr>
        <p:spPr>
          <a:xfrm>
            <a:off x="6382800" y="3458400"/>
            <a:ext cx="1508400" cy="46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285" name="Google Shape;285;p32"/>
          <p:cNvSpPr txBox="1"/>
          <p:nvPr>
            <p:ph type="ctrTitle"/>
          </p:nvPr>
        </p:nvSpPr>
        <p:spPr>
          <a:xfrm>
            <a:off x="1135800" y="567600"/>
            <a:ext cx="6872400" cy="5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86" name="Google Shape;286;p32"/>
          <p:cNvSpPr txBox="1"/>
          <p:nvPr>
            <p:ph idx="7" type="body"/>
          </p:nvPr>
        </p:nvSpPr>
        <p:spPr>
          <a:xfrm>
            <a:off x="1306800" y="3998400"/>
            <a:ext cx="1508400" cy="46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7" name="Google Shape;287;p32"/>
          <p:cNvSpPr txBox="1"/>
          <p:nvPr>
            <p:ph idx="8" type="body"/>
          </p:nvPr>
        </p:nvSpPr>
        <p:spPr>
          <a:xfrm>
            <a:off x="3844800" y="3998400"/>
            <a:ext cx="1508400" cy="46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8" name="Google Shape;288;p32"/>
          <p:cNvSpPr txBox="1"/>
          <p:nvPr>
            <p:ph idx="9" type="body"/>
          </p:nvPr>
        </p:nvSpPr>
        <p:spPr>
          <a:xfrm>
            <a:off x="6382800" y="3998400"/>
            <a:ext cx="1508400" cy="46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team members slide - v2">
  <p:cSld name="CUSTOM_19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3"/>
          <p:cNvSpPr/>
          <p:nvPr/>
        </p:nvSpPr>
        <p:spPr>
          <a:xfrm>
            <a:off x="1407325" y="-16675"/>
            <a:ext cx="77367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91" name="Google Shape;291;p33"/>
          <p:cNvSpPr/>
          <p:nvPr/>
        </p:nvSpPr>
        <p:spPr>
          <a:xfrm flipH="1">
            <a:off x="4003325" y="367875"/>
            <a:ext cx="4773900" cy="4404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3"/>
          <p:cNvSpPr/>
          <p:nvPr/>
        </p:nvSpPr>
        <p:spPr>
          <a:xfrm flipH="1">
            <a:off x="3447600" y="223800"/>
            <a:ext cx="4773900" cy="469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3"/>
          <p:cNvSpPr/>
          <p:nvPr/>
        </p:nvSpPr>
        <p:spPr>
          <a:xfrm>
            <a:off x="2128600" y="1103550"/>
            <a:ext cx="1796100" cy="2936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3"/>
          <p:cNvSpPr/>
          <p:nvPr/>
        </p:nvSpPr>
        <p:spPr>
          <a:xfrm>
            <a:off x="4188275" y="1103550"/>
            <a:ext cx="1796100" cy="2936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3"/>
          <p:cNvSpPr/>
          <p:nvPr/>
        </p:nvSpPr>
        <p:spPr>
          <a:xfrm>
            <a:off x="6247950" y="1103550"/>
            <a:ext cx="1796100" cy="2936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3"/>
          <p:cNvSpPr/>
          <p:nvPr>
            <p:ph idx="2" type="pic"/>
          </p:nvPr>
        </p:nvSpPr>
        <p:spPr>
          <a:xfrm>
            <a:off x="2271675" y="1270800"/>
            <a:ext cx="1508400" cy="15084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33"/>
          <p:cNvSpPr/>
          <p:nvPr>
            <p:ph idx="3" type="pic"/>
          </p:nvPr>
        </p:nvSpPr>
        <p:spPr>
          <a:xfrm>
            <a:off x="4334475" y="1270800"/>
            <a:ext cx="1508400" cy="1508400"/>
          </a:xfrm>
          <a:prstGeom prst="rect">
            <a:avLst/>
          </a:prstGeom>
          <a:noFill/>
          <a:ln>
            <a:noFill/>
          </a:ln>
        </p:spPr>
      </p:sp>
      <p:sp>
        <p:nvSpPr>
          <p:cNvPr id="298" name="Google Shape;298;p33"/>
          <p:cNvSpPr/>
          <p:nvPr>
            <p:ph idx="4" type="pic"/>
          </p:nvPr>
        </p:nvSpPr>
        <p:spPr>
          <a:xfrm>
            <a:off x="6393675" y="1270800"/>
            <a:ext cx="1508400" cy="1508400"/>
          </a:xfrm>
          <a:prstGeom prst="rect">
            <a:avLst/>
          </a:prstGeom>
          <a:noFill/>
          <a:ln>
            <a:noFill/>
          </a:ln>
        </p:spPr>
      </p:sp>
      <p:sp>
        <p:nvSpPr>
          <p:cNvPr id="299" name="Google Shape;299;p33"/>
          <p:cNvSpPr txBox="1"/>
          <p:nvPr>
            <p:ph idx="1" type="body"/>
          </p:nvPr>
        </p:nvSpPr>
        <p:spPr>
          <a:xfrm>
            <a:off x="2271675" y="3445200"/>
            <a:ext cx="1508400" cy="46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0" name="Google Shape;300;p33"/>
          <p:cNvSpPr txBox="1"/>
          <p:nvPr>
            <p:ph idx="5" type="body"/>
          </p:nvPr>
        </p:nvSpPr>
        <p:spPr>
          <a:xfrm>
            <a:off x="6393675" y="3445200"/>
            <a:ext cx="1508400" cy="46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1" name="Google Shape;301;p33"/>
          <p:cNvSpPr txBox="1"/>
          <p:nvPr>
            <p:ph idx="6" type="body"/>
          </p:nvPr>
        </p:nvSpPr>
        <p:spPr>
          <a:xfrm>
            <a:off x="4334475" y="3445200"/>
            <a:ext cx="1508400" cy="46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2" name="Google Shape;302;p33"/>
          <p:cNvSpPr txBox="1"/>
          <p:nvPr>
            <p:ph type="ctrTitle"/>
          </p:nvPr>
        </p:nvSpPr>
        <p:spPr>
          <a:xfrm rot="-5400000">
            <a:off x="-1534975" y="2171550"/>
            <a:ext cx="4485900" cy="5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03" name="Google Shape;303;p33"/>
          <p:cNvSpPr txBox="1"/>
          <p:nvPr>
            <p:ph idx="7" type="subTitle"/>
          </p:nvPr>
        </p:nvSpPr>
        <p:spPr>
          <a:xfrm>
            <a:off x="2271675" y="2905200"/>
            <a:ext cx="1508400" cy="46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304" name="Google Shape;304;p33"/>
          <p:cNvSpPr txBox="1"/>
          <p:nvPr>
            <p:ph idx="8" type="subTitle"/>
          </p:nvPr>
        </p:nvSpPr>
        <p:spPr>
          <a:xfrm>
            <a:off x="6393675" y="2905200"/>
            <a:ext cx="1508400" cy="46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305" name="Google Shape;305;p33"/>
          <p:cNvSpPr txBox="1"/>
          <p:nvPr>
            <p:ph idx="9" type="subTitle"/>
          </p:nvPr>
        </p:nvSpPr>
        <p:spPr>
          <a:xfrm>
            <a:off x="4334475" y="2905200"/>
            <a:ext cx="1508400" cy="46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team members slide - v3">
  <p:cSld name="CUSTOM_20">
    <p:bg>
      <p:bgPr>
        <a:solidFill>
          <a:schemeClr val="accent1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4"/>
          <p:cNvSpPr/>
          <p:nvPr/>
        </p:nvSpPr>
        <p:spPr>
          <a:xfrm>
            <a:off x="373575" y="378525"/>
            <a:ext cx="8411700" cy="362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08" name="Google Shape;308;p34"/>
          <p:cNvSpPr/>
          <p:nvPr/>
        </p:nvSpPr>
        <p:spPr>
          <a:xfrm rot="5400000">
            <a:off x="3181225" y="-1502225"/>
            <a:ext cx="2837100" cy="8568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4"/>
          <p:cNvSpPr/>
          <p:nvPr/>
        </p:nvSpPr>
        <p:spPr>
          <a:xfrm>
            <a:off x="-1350" y="2396925"/>
            <a:ext cx="9144000" cy="2746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4"/>
          <p:cNvSpPr txBox="1"/>
          <p:nvPr>
            <p:ph idx="1" type="body"/>
          </p:nvPr>
        </p:nvSpPr>
        <p:spPr>
          <a:xfrm>
            <a:off x="1098000" y="3636000"/>
            <a:ext cx="1940400" cy="568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1" name="Google Shape;311;p34"/>
          <p:cNvSpPr txBox="1"/>
          <p:nvPr>
            <p:ph idx="2" type="subTitle"/>
          </p:nvPr>
        </p:nvSpPr>
        <p:spPr>
          <a:xfrm>
            <a:off x="1098000" y="3175200"/>
            <a:ext cx="1940400" cy="406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312" name="Google Shape;312;p34"/>
          <p:cNvSpPr txBox="1"/>
          <p:nvPr>
            <p:ph idx="3" type="body"/>
          </p:nvPr>
        </p:nvSpPr>
        <p:spPr>
          <a:xfrm>
            <a:off x="3600000" y="3636000"/>
            <a:ext cx="1940400" cy="568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3" name="Google Shape;313;p34"/>
          <p:cNvSpPr txBox="1"/>
          <p:nvPr>
            <p:ph idx="4" type="subTitle"/>
          </p:nvPr>
        </p:nvSpPr>
        <p:spPr>
          <a:xfrm>
            <a:off x="3600000" y="3175200"/>
            <a:ext cx="1940400" cy="406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314" name="Google Shape;314;p34"/>
          <p:cNvSpPr txBox="1"/>
          <p:nvPr>
            <p:ph idx="5" type="body"/>
          </p:nvPr>
        </p:nvSpPr>
        <p:spPr>
          <a:xfrm>
            <a:off x="6105600" y="3636000"/>
            <a:ext cx="1940400" cy="568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5" name="Google Shape;315;p34"/>
          <p:cNvSpPr txBox="1"/>
          <p:nvPr>
            <p:ph idx="6" type="subTitle"/>
          </p:nvPr>
        </p:nvSpPr>
        <p:spPr>
          <a:xfrm>
            <a:off x="6105600" y="3175200"/>
            <a:ext cx="1940400" cy="406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316" name="Google Shape;316;p34"/>
          <p:cNvSpPr txBox="1"/>
          <p:nvPr>
            <p:ph type="ctrTitle"/>
          </p:nvPr>
        </p:nvSpPr>
        <p:spPr>
          <a:xfrm>
            <a:off x="882000" y="638000"/>
            <a:ext cx="7358400" cy="5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7" name="Google Shape;317;p34"/>
          <p:cNvSpPr/>
          <p:nvPr>
            <p:ph idx="7" type="pic"/>
          </p:nvPr>
        </p:nvSpPr>
        <p:spPr>
          <a:xfrm>
            <a:off x="1399800" y="1662600"/>
            <a:ext cx="1336800" cy="1336800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34"/>
          <p:cNvSpPr/>
          <p:nvPr>
            <p:ph idx="8" type="pic"/>
          </p:nvPr>
        </p:nvSpPr>
        <p:spPr>
          <a:xfrm>
            <a:off x="3903600" y="1662600"/>
            <a:ext cx="1336800" cy="1336800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34"/>
          <p:cNvSpPr/>
          <p:nvPr>
            <p:ph idx="9" type="pic"/>
          </p:nvPr>
        </p:nvSpPr>
        <p:spPr>
          <a:xfrm>
            <a:off x="6407400" y="1662600"/>
            <a:ext cx="1336800" cy="1336800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team members slide - v1">
  <p:cSld name="CUSTOM_21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5"/>
          <p:cNvSpPr/>
          <p:nvPr/>
        </p:nvSpPr>
        <p:spPr>
          <a:xfrm>
            <a:off x="4015300" y="367875"/>
            <a:ext cx="4773900" cy="4404000"/>
          </a:xfrm>
          <a:prstGeom prst="rect">
            <a:avLst/>
          </a:prstGeom>
          <a:noFill/>
          <a:ln cap="flat" cmpd="sng" w="9525">
            <a:solidFill>
              <a:srgbClr val="003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5"/>
          <p:cNvSpPr/>
          <p:nvPr/>
        </p:nvSpPr>
        <p:spPr>
          <a:xfrm>
            <a:off x="7738725" y="221925"/>
            <a:ext cx="348300" cy="469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5"/>
          <p:cNvSpPr txBox="1"/>
          <p:nvPr>
            <p:ph type="title"/>
          </p:nvPr>
        </p:nvSpPr>
        <p:spPr>
          <a:xfrm rot="5400000">
            <a:off x="6413550" y="2260675"/>
            <a:ext cx="4046100" cy="5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2000"/>
              <a:buNone/>
              <a:defRPr>
                <a:solidFill>
                  <a:srgbClr val="003B4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2000"/>
              <a:buNone/>
              <a:defRPr>
                <a:solidFill>
                  <a:srgbClr val="003B40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2000"/>
              <a:buNone/>
              <a:defRPr>
                <a:solidFill>
                  <a:srgbClr val="003B40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2000"/>
              <a:buNone/>
              <a:defRPr>
                <a:solidFill>
                  <a:srgbClr val="003B40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2000"/>
              <a:buNone/>
              <a:defRPr>
                <a:solidFill>
                  <a:srgbClr val="003B40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2000"/>
              <a:buNone/>
              <a:defRPr>
                <a:solidFill>
                  <a:srgbClr val="003B40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2000"/>
              <a:buNone/>
              <a:defRPr>
                <a:solidFill>
                  <a:srgbClr val="003B40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2000"/>
              <a:buNone/>
              <a:defRPr>
                <a:solidFill>
                  <a:srgbClr val="003B40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2000"/>
              <a:buNone/>
              <a:defRPr>
                <a:solidFill>
                  <a:srgbClr val="003B40"/>
                </a:solidFill>
              </a:defRPr>
            </a:lvl9pPr>
          </a:lstStyle>
          <a:p/>
        </p:txBody>
      </p:sp>
      <p:sp>
        <p:nvSpPr>
          <p:cNvPr id="324" name="Google Shape;324;p35"/>
          <p:cNvSpPr/>
          <p:nvPr/>
        </p:nvSpPr>
        <p:spPr>
          <a:xfrm>
            <a:off x="1100" y="-15600"/>
            <a:ext cx="1946100" cy="5174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5"/>
          <p:cNvSpPr/>
          <p:nvPr>
            <p:ph idx="2" type="pic"/>
          </p:nvPr>
        </p:nvSpPr>
        <p:spPr>
          <a:xfrm>
            <a:off x="0" y="-15600"/>
            <a:ext cx="1947600" cy="3318000"/>
          </a:xfrm>
          <a:prstGeom prst="rect">
            <a:avLst/>
          </a:prstGeom>
          <a:noFill/>
          <a:ln>
            <a:noFill/>
          </a:ln>
        </p:spPr>
      </p:sp>
      <p:sp>
        <p:nvSpPr>
          <p:cNvPr id="326" name="Google Shape;326;p35"/>
          <p:cNvSpPr txBox="1"/>
          <p:nvPr>
            <p:ph idx="1" type="body"/>
          </p:nvPr>
        </p:nvSpPr>
        <p:spPr>
          <a:xfrm>
            <a:off x="68300" y="4233321"/>
            <a:ext cx="1811700" cy="493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7" name="Google Shape;327;p35"/>
          <p:cNvSpPr txBox="1"/>
          <p:nvPr>
            <p:ph idx="3" type="subTitle"/>
          </p:nvPr>
        </p:nvSpPr>
        <p:spPr>
          <a:xfrm>
            <a:off x="68300" y="3663302"/>
            <a:ext cx="1811700" cy="493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8" name="Google Shape;328;p35"/>
          <p:cNvSpPr/>
          <p:nvPr/>
        </p:nvSpPr>
        <p:spPr>
          <a:xfrm>
            <a:off x="1948300" y="-15600"/>
            <a:ext cx="1946100" cy="5174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35"/>
          <p:cNvSpPr/>
          <p:nvPr>
            <p:ph idx="4" type="pic"/>
          </p:nvPr>
        </p:nvSpPr>
        <p:spPr>
          <a:xfrm>
            <a:off x="1947200" y="-15600"/>
            <a:ext cx="1947600" cy="33180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35"/>
          <p:cNvSpPr txBox="1"/>
          <p:nvPr>
            <p:ph idx="5" type="body"/>
          </p:nvPr>
        </p:nvSpPr>
        <p:spPr>
          <a:xfrm>
            <a:off x="2015500" y="4233321"/>
            <a:ext cx="1811700" cy="493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31" name="Google Shape;331;p35"/>
          <p:cNvSpPr txBox="1"/>
          <p:nvPr>
            <p:ph idx="6" type="subTitle"/>
          </p:nvPr>
        </p:nvSpPr>
        <p:spPr>
          <a:xfrm>
            <a:off x="2015500" y="3663302"/>
            <a:ext cx="1811700" cy="493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332" name="Google Shape;332;p35"/>
          <p:cNvSpPr/>
          <p:nvPr/>
        </p:nvSpPr>
        <p:spPr>
          <a:xfrm>
            <a:off x="3896300" y="-15600"/>
            <a:ext cx="1946100" cy="5174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5"/>
          <p:cNvSpPr/>
          <p:nvPr>
            <p:ph idx="7" type="pic"/>
          </p:nvPr>
        </p:nvSpPr>
        <p:spPr>
          <a:xfrm>
            <a:off x="3895200" y="-15600"/>
            <a:ext cx="1947600" cy="33180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35"/>
          <p:cNvSpPr txBox="1"/>
          <p:nvPr>
            <p:ph idx="8" type="body"/>
          </p:nvPr>
        </p:nvSpPr>
        <p:spPr>
          <a:xfrm>
            <a:off x="3963500" y="4233321"/>
            <a:ext cx="1811700" cy="493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35" name="Google Shape;335;p35"/>
          <p:cNvSpPr txBox="1"/>
          <p:nvPr>
            <p:ph idx="9" type="subTitle"/>
          </p:nvPr>
        </p:nvSpPr>
        <p:spPr>
          <a:xfrm>
            <a:off x="3963500" y="3663302"/>
            <a:ext cx="1811700" cy="493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336" name="Google Shape;336;p35"/>
          <p:cNvSpPr/>
          <p:nvPr/>
        </p:nvSpPr>
        <p:spPr>
          <a:xfrm>
            <a:off x="5844300" y="-15600"/>
            <a:ext cx="1946100" cy="5174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5"/>
          <p:cNvSpPr/>
          <p:nvPr>
            <p:ph idx="13" type="pic"/>
          </p:nvPr>
        </p:nvSpPr>
        <p:spPr>
          <a:xfrm>
            <a:off x="5843200" y="-15600"/>
            <a:ext cx="1947600" cy="3318000"/>
          </a:xfrm>
          <a:prstGeom prst="rect">
            <a:avLst/>
          </a:prstGeom>
          <a:noFill/>
          <a:ln>
            <a:noFill/>
          </a:ln>
        </p:spPr>
      </p:sp>
      <p:sp>
        <p:nvSpPr>
          <p:cNvPr id="338" name="Google Shape;338;p35"/>
          <p:cNvSpPr txBox="1"/>
          <p:nvPr>
            <p:ph idx="14" type="body"/>
          </p:nvPr>
        </p:nvSpPr>
        <p:spPr>
          <a:xfrm>
            <a:off x="5911500" y="4233321"/>
            <a:ext cx="1811700" cy="493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39" name="Google Shape;339;p35"/>
          <p:cNvSpPr txBox="1"/>
          <p:nvPr>
            <p:ph idx="15" type="subTitle"/>
          </p:nvPr>
        </p:nvSpPr>
        <p:spPr>
          <a:xfrm>
            <a:off x="5911500" y="3663302"/>
            <a:ext cx="1811700" cy="493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team members slide - v2">
  <p:cSld name="CUSTOM_22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6"/>
          <p:cNvSpPr/>
          <p:nvPr/>
        </p:nvSpPr>
        <p:spPr>
          <a:xfrm rot="10800000">
            <a:off x="373575" y="1068750"/>
            <a:ext cx="8411700" cy="3624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42" name="Google Shape;342;p36"/>
          <p:cNvSpPr/>
          <p:nvPr/>
        </p:nvSpPr>
        <p:spPr>
          <a:xfrm rot="-5400000">
            <a:off x="3239475" y="-2252575"/>
            <a:ext cx="2837100" cy="856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6"/>
          <p:cNvSpPr/>
          <p:nvPr/>
        </p:nvSpPr>
        <p:spPr>
          <a:xfrm>
            <a:off x="373575" y="378525"/>
            <a:ext cx="8411700" cy="3624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44" name="Google Shape;344;p36"/>
          <p:cNvSpPr/>
          <p:nvPr/>
        </p:nvSpPr>
        <p:spPr>
          <a:xfrm rot="5400000">
            <a:off x="3004375" y="-1515100"/>
            <a:ext cx="3190800" cy="856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6"/>
          <p:cNvSpPr/>
          <p:nvPr/>
        </p:nvSpPr>
        <p:spPr>
          <a:xfrm>
            <a:off x="0" y="1442450"/>
            <a:ext cx="9144000" cy="269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46" name="Google Shape;346;p36"/>
          <p:cNvSpPr/>
          <p:nvPr/>
        </p:nvSpPr>
        <p:spPr>
          <a:xfrm>
            <a:off x="1534950" y="1566850"/>
            <a:ext cx="2730300" cy="103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6"/>
          <p:cNvSpPr/>
          <p:nvPr/>
        </p:nvSpPr>
        <p:spPr>
          <a:xfrm>
            <a:off x="1534950" y="2970375"/>
            <a:ext cx="2730300" cy="103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6"/>
          <p:cNvSpPr/>
          <p:nvPr/>
        </p:nvSpPr>
        <p:spPr>
          <a:xfrm>
            <a:off x="5421625" y="1566863"/>
            <a:ext cx="2730300" cy="103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6"/>
          <p:cNvSpPr/>
          <p:nvPr/>
        </p:nvSpPr>
        <p:spPr>
          <a:xfrm>
            <a:off x="5421625" y="2970363"/>
            <a:ext cx="2730300" cy="103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6"/>
          <p:cNvSpPr txBox="1"/>
          <p:nvPr>
            <p:ph idx="1" type="body"/>
          </p:nvPr>
        </p:nvSpPr>
        <p:spPr>
          <a:xfrm>
            <a:off x="2196000" y="2125425"/>
            <a:ext cx="1947600" cy="406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1" name="Google Shape;351;p36"/>
          <p:cNvSpPr txBox="1"/>
          <p:nvPr>
            <p:ph idx="2" type="subTitle"/>
          </p:nvPr>
        </p:nvSpPr>
        <p:spPr>
          <a:xfrm>
            <a:off x="2196000" y="1635825"/>
            <a:ext cx="1947600" cy="46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2" name="Google Shape;352;p36"/>
          <p:cNvSpPr txBox="1"/>
          <p:nvPr>
            <p:ph idx="3" type="body"/>
          </p:nvPr>
        </p:nvSpPr>
        <p:spPr>
          <a:xfrm>
            <a:off x="6084000" y="2125425"/>
            <a:ext cx="1947600" cy="406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3" name="Google Shape;353;p36"/>
          <p:cNvSpPr txBox="1"/>
          <p:nvPr>
            <p:ph idx="4" type="subTitle"/>
          </p:nvPr>
        </p:nvSpPr>
        <p:spPr>
          <a:xfrm>
            <a:off x="6084000" y="1635825"/>
            <a:ext cx="1947600" cy="46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4" name="Google Shape;354;p36"/>
          <p:cNvSpPr txBox="1"/>
          <p:nvPr>
            <p:ph idx="5" type="body"/>
          </p:nvPr>
        </p:nvSpPr>
        <p:spPr>
          <a:xfrm>
            <a:off x="2196000" y="3529425"/>
            <a:ext cx="1947600" cy="406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5" name="Google Shape;355;p36"/>
          <p:cNvSpPr txBox="1"/>
          <p:nvPr>
            <p:ph idx="6" type="subTitle"/>
          </p:nvPr>
        </p:nvSpPr>
        <p:spPr>
          <a:xfrm>
            <a:off x="2196000" y="3039825"/>
            <a:ext cx="1947600" cy="46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6" name="Google Shape;356;p36"/>
          <p:cNvSpPr txBox="1"/>
          <p:nvPr>
            <p:ph idx="7" type="body"/>
          </p:nvPr>
        </p:nvSpPr>
        <p:spPr>
          <a:xfrm>
            <a:off x="6084000" y="3529425"/>
            <a:ext cx="1947600" cy="406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7" name="Google Shape;357;p36"/>
          <p:cNvSpPr txBox="1"/>
          <p:nvPr>
            <p:ph idx="8" type="subTitle"/>
          </p:nvPr>
        </p:nvSpPr>
        <p:spPr>
          <a:xfrm>
            <a:off x="6084000" y="3039825"/>
            <a:ext cx="1947600" cy="46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8" name="Google Shape;358;p36"/>
          <p:cNvSpPr txBox="1"/>
          <p:nvPr>
            <p:ph type="ctrTitle"/>
          </p:nvPr>
        </p:nvSpPr>
        <p:spPr>
          <a:xfrm>
            <a:off x="882000" y="607275"/>
            <a:ext cx="7358400" cy="5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59" name="Google Shape;359;p36"/>
          <p:cNvSpPr/>
          <p:nvPr>
            <p:ph idx="9" type="pic"/>
          </p:nvPr>
        </p:nvSpPr>
        <p:spPr>
          <a:xfrm>
            <a:off x="937200" y="1527825"/>
            <a:ext cx="1112400" cy="11124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36"/>
          <p:cNvSpPr/>
          <p:nvPr>
            <p:ph idx="13" type="pic"/>
          </p:nvPr>
        </p:nvSpPr>
        <p:spPr>
          <a:xfrm>
            <a:off x="937200" y="2931375"/>
            <a:ext cx="1112400" cy="11124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36"/>
          <p:cNvSpPr/>
          <p:nvPr>
            <p:ph idx="14" type="pic"/>
          </p:nvPr>
        </p:nvSpPr>
        <p:spPr>
          <a:xfrm>
            <a:off x="4808075" y="1527825"/>
            <a:ext cx="1112400" cy="11124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36"/>
          <p:cNvSpPr/>
          <p:nvPr>
            <p:ph idx="15" type="pic"/>
          </p:nvPr>
        </p:nvSpPr>
        <p:spPr>
          <a:xfrm>
            <a:off x="4808075" y="2931375"/>
            <a:ext cx="1112400" cy="11124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team members slide - v3">
  <p:cSld name="CUSTOM_23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7"/>
          <p:cNvSpPr/>
          <p:nvPr/>
        </p:nvSpPr>
        <p:spPr>
          <a:xfrm>
            <a:off x="6150" y="-15975"/>
            <a:ext cx="9144000" cy="2693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7"/>
          <p:cNvSpPr/>
          <p:nvPr/>
        </p:nvSpPr>
        <p:spPr>
          <a:xfrm>
            <a:off x="373575" y="378525"/>
            <a:ext cx="8411700" cy="198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66" name="Google Shape;366;p37"/>
          <p:cNvSpPr/>
          <p:nvPr/>
        </p:nvSpPr>
        <p:spPr>
          <a:xfrm rot="-5400000">
            <a:off x="3734200" y="-2557825"/>
            <a:ext cx="1785900" cy="8630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7"/>
          <p:cNvSpPr/>
          <p:nvPr>
            <p:ph idx="2" type="pic"/>
          </p:nvPr>
        </p:nvSpPr>
        <p:spPr>
          <a:xfrm>
            <a:off x="381600" y="1256950"/>
            <a:ext cx="2012400" cy="2674800"/>
          </a:xfrm>
          <a:prstGeom prst="rect">
            <a:avLst/>
          </a:prstGeom>
          <a:noFill/>
          <a:ln>
            <a:noFill/>
          </a:ln>
        </p:spPr>
      </p:sp>
      <p:sp>
        <p:nvSpPr>
          <p:cNvPr id="368" name="Google Shape;368;p37"/>
          <p:cNvSpPr txBox="1"/>
          <p:nvPr>
            <p:ph idx="1" type="body"/>
          </p:nvPr>
        </p:nvSpPr>
        <p:spPr>
          <a:xfrm>
            <a:off x="381600" y="4608591"/>
            <a:ext cx="2012400" cy="374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69" name="Google Shape;369;p37"/>
          <p:cNvSpPr txBox="1"/>
          <p:nvPr>
            <p:ph idx="3" type="subTitle"/>
          </p:nvPr>
        </p:nvSpPr>
        <p:spPr>
          <a:xfrm>
            <a:off x="381600" y="4176550"/>
            <a:ext cx="2012400" cy="374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370" name="Google Shape;370;p37"/>
          <p:cNvSpPr/>
          <p:nvPr>
            <p:ph idx="4" type="pic"/>
          </p:nvPr>
        </p:nvSpPr>
        <p:spPr>
          <a:xfrm>
            <a:off x="2528475" y="1258300"/>
            <a:ext cx="2012400" cy="2674800"/>
          </a:xfrm>
          <a:prstGeom prst="rect">
            <a:avLst/>
          </a:prstGeom>
          <a:noFill/>
          <a:ln>
            <a:noFill/>
          </a:ln>
        </p:spPr>
      </p:sp>
      <p:sp>
        <p:nvSpPr>
          <p:cNvPr id="371" name="Google Shape;371;p37"/>
          <p:cNvSpPr txBox="1"/>
          <p:nvPr>
            <p:ph idx="5" type="body"/>
          </p:nvPr>
        </p:nvSpPr>
        <p:spPr>
          <a:xfrm>
            <a:off x="2528475" y="4609941"/>
            <a:ext cx="2012400" cy="374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72" name="Google Shape;372;p37"/>
          <p:cNvSpPr txBox="1"/>
          <p:nvPr>
            <p:ph idx="6" type="subTitle"/>
          </p:nvPr>
        </p:nvSpPr>
        <p:spPr>
          <a:xfrm>
            <a:off x="2528475" y="4177900"/>
            <a:ext cx="2012400" cy="374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373" name="Google Shape;373;p37"/>
          <p:cNvSpPr/>
          <p:nvPr>
            <p:ph idx="7" type="pic"/>
          </p:nvPr>
        </p:nvSpPr>
        <p:spPr>
          <a:xfrm>
            <a:off x="4648875" y="1258300"/>
            <a:ext cx="2012400" cy="26748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37"/>
          <p:cNvSpPr txBox="1"/>
          <p:nvPr>
            <p:ph idx="8" type="body"/>
          </p:nvPr>
        </p:nvSpPr>
        <p:spPr>
          <a:xfrm>
            <a:off x="4648875" y="4609941"/>
            <a:ext cx="2012400" cy="374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75" name="Google Shape;375;p37"/>
          <p:cNvSpPr txBox="1"/>
          <p:nvPr>
            <p:ph idx="9" type="subTitle"/>
          </p:nvPr>
        </p:nvSpPr>
        <p:spPr>
          <a:xfrm>
            <a:off x="4648875" y="4177900"/>
            <a:ext cx="2012400" cy="374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376" name="Google Shape;376;p37"/>
          <p:cNvSpPr/>
          <p:nvPr>
            <p:ph idx="13" type="pic"/>
          </p:nvPr>
        </p:nvSpPr>
        <p:spPr>
          <a:xfrm>
            <a:off x="6765675" y="1258300"/>
            <a:ext cx="2012400" cy="2674800"/>
          </a:xfrm>
          <a:prstGeom prst="rect">
            <a:avLst/>
          </a:prstGeom>
          <a:noFill/>
          <a:ln>
            <a:noFill/>
          </a:ln>
        </p:spPr>
      </p:sp>
      <p:sp>
        <p:nvSpPr>
          <p:cNvPr id="377" name="Google Shape;377;p37"/>
          <p:cNvSpPr txBox="1"/>
          <p:nvPr>
            <p:ph idx="14" type="body"/>
          </p:nvPr>
        </p:nvSpPr>
        <p:spPr>
          <a:xfrm>
            <a:off x="6765675" y="4609941"/>
            <a:ext cx="2012400" cy="374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78" name="Google Shape;378;p37"/>
          <p:cNvSpPr txBox="1"/>
          <p:nvPr>
            <p:ph idx="15" type="subTitle"/>
          </p:nvPr>
        </p:nvSpPr>
        <p:spPr>
          <a:xfrm>
            <a:off x="6765675" y="4177900"/>
            <a:ext cx="2012400" cy="374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379" name="Google Shape;379;p37"/>
          <p:cNvSpPr txBox="1"/>
          <p:nvPr>
            <p:ph type="ctrTitle"/>
          </p:nvPr>
        </p:nvSpPr>
        <p:spPr>
          <a:xfrm>
            <a:off x="882000" y="547750"/>
            <a:ext cx="7358400" cy="5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4 key metrics" type="tx">
  <p:cSld name="TITLE_AND_BODY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cxnSp>
        <p:nvCxnSpPr>
          <p:cNvPr id="382" name="Google Shape;382;p38"/>
          <p:cNvCxnSpPr/>
          <p:nvPr/>
        </p:nvCxnSpPr>
        <p:spPr>
          <a:xfrm rot="10800000">
            <a:off x="360000" y="360750"/>
            <a:ext cx="0" cy="2211000"/>
          </a:xfrm>
          <a:prstGeom prst="straightConnector1">
            <a:avLst/>
          </a:prstGeom>
          <a:noFill/>
          <a:ln cap="flat" cmpd="sng" w="9525">
            <a:solidFill>
              <a:srgbClr val="003B4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3" name="Google Shape;383;p38"/>
          <p:cNvCxnSpPr/>
          <p:nvPr/>
        </p:nvCxnSpPr>
        <p:spPr>
          <a:xfrm>
            <a:off x="362500" y="360750"/>
            <a:ext cx="8418900" cy="0"/>
          </a:xfrm>
          <a:prstGeom prst="straightConnector1">
            <a:avLst/>
          </a:prstGeom>
          <a:noFill/>
          <a:ln cap="flat" cmpd="sng" w="9525">
            <a:solidFill>
              <a:srgbClr val="003B4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" name="Google Shape;384;p38"/>
          <p:cNvCxnSpPr/>
          <p:nvPr/>
        </p:nvCxnSpPr>
        <p:spPr>
          <a:xfrm rot="10800000">
            <a:off x="8781400" y="360750"/>
            <a:ext cx="0" cy="2211000"/>
          </a:xfrm>
          <a:prstGeom prst="straightConnector1">
            <a:avLst/>
          </a:prstGeom>
          <a:noFill/>
          <a:ln cap="flat" cmpd="sng" w="9525">
            <a:solidFill>
              <a:srgbClr val="003B4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5" name="Google Shape;385;p38"/>
          <p:cNvSpPr/>
          <p:nvPr/>
        </p:nvSpPr>
        <p:spPr>
          <a:xfrm>
            <a:off x="360000" y="2573150"/>
            <a:ext cx="1956900" cy="2211000"/>
          </a:xfrm>
          <a:prstGeom prst="rect">
            <a:avLst/>
          </a:prstGeom>
          <a:solidFill>
            <a:srgbClr val="DAD3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8"/>
          <p:cNvSpPr/>
          <p:nvPr/>
        </p:nvSpPr>
        <p:spPr>
          <a:xfrm>
            <a:off x="2513966" y="2573150"/>
            <a:ext cx="1956900" cy="2211000"/>
          </a:xfrm>
          <a:prstGeom prst="rect">
            <a:avLst/>
          </a:prstGeom>
          <a:solidFill>
            <a:srgbClr val="DAD3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8"/>
          <p:cNvSpPr/>
          <p:nvPr/>
        </p:nvSpPr>
        <p:spPr>
          <a:xfrm>
            <a:off x="4667932" y="2573150"/>
            <a:ext cx="1956900" cy="2211000"/>
          </a:xfrm>
          <a:prstGeom prst="rect">
            <a:avLst/>
          </a:prstGeom>
          <a:solidFill>
            <a:srgbClr val="DAD3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8"/>
          <p:cNvSpPr/>
          <p:nvPr/>
        </p:nvSpPr>
        <p:spPr>
          <a:xfrm>
            <a:off x="6821899" y="2573150"/>
            <a:ext cx="1956900" cy="2211000"/>
          </a:xfrm>
          <a:prstGeom prst="rect">
            <a:avLst/>
          </a:prstGeom>
          <a:solidFill>
            <a:srgbClr val="DAD3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8"/>
          <p:cNvSpPr/>
          <p:nvPr/>
        </p:nvSpPr>
        <p:spPr>
          <a:xfrm rot="5400000">
            <a:off x="4418775" y="-1623100"/>
            <a:ext cx="404100" cy="871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8"/>
          <p:cNvSpPr txBox="1"/>
          <p:nvPr>
            <p:ph type="title"/>
          </p:nvPr>
        </p:nvSpPr>
        <p:spPr>
          <a:xfrm>
            <a:off x="642050" y="923425"/>
            <a:ext cx="7857300" cy="104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2000"/>
              <a:buNone/>
              <a:defRPr>
                <a:solidFill>
                  <a:srgbClr val="003B4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2000"/>
              <a:buNone/>
              <a:defRPr>
                <a:solidFill>
                  <a:srgbClr val="003B4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2000"/>
              <a:buNone/>
              <a:defRPr>
                <a:solidFill>
                  <a:srgbClr val="003B4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2000"/>
              <a:buNone/>
              <a:defRPr>
                <a:solidFill>
                  <a:srgbClr val="003B4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2000"/>
              <a:buNone/>
              <a:defRPr>
                <a:solidFill>
                  <a:srgbClr val="003B4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2000"/>
              <a:buNone/>
              <a:defRPr>
                <a:solidFill>
                  <a:srgbClr val="003B4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2000"/>
              <a:buNone/>
              <a:defRPr>
                <a:solidFill>
                  <a:srgbClr val="003B4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2000"/>
              <a:buNone/>
              <a:defRPr>
                <a:solidFill>
                  <a:srgbClr val="003B4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2000"/>
              <a:buNone/>
              <a:defRPr>
                <a:solidFill>
                  <a:srgbClr val="003B40"/>
                </a:solidFill>
              </a:defRPr>
            </a:lvl9pPr>
          </a:lstStyle>
          <a:p/>
        </p:txBody>
      </p:sp>
      <p:sp>
        <p:nvSpPr>
          <p:cNvPr id="391" name="Google Shape;391;p38"/>
          <p:cNvSpPr txBox="1"/>
          <p:nvPr>
            <p:ph idx="2" type="title"/>
          </p:nvPr>
        </p:nvSpPr>
        <p:spPr>
          <a:xfrm>
            <a:off x="550800" y="3129000"/>
            <a:ext cx="860400" cy="8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Font typeface="Public Sans"/>
              <a:buNone/>
              <a:defRPr b="1" sz="1400">
                <a:solidFill>
                  <a:srgbClr val="003B4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Font typeface="Public Sans"/>
              <a:buNone/>
              <a:defRPr b="1" sz="1400">
                <a:solidFill>
                  <a:srgbClr val="003B4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Font typeface="Public Sans"/>
              <a:buNone/>
              <a:defRPr b="1" sz="1400">
                <a:solidFill>
                  <a:srgbClr val="003B4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Font typeface="Public Sans"/>
              <a:buNone/>
              <a:defRPr b="1" sz="1400">
                <a:solidFill>
                  <a:srgbClr val="003B4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Font typeface="Public Sans"/>
              <a:buNone/>
              <a:defRPr b="1" sz="1400">
                <a:solidFill>
                  <a:srgbClr val="003B4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Font typeface="Public Sans"/>
              <a:buNone/>
              <a:defRPr b="1" sz="1400">
                <a:solidFill>
                  <a:srgbClr val="003B40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Font typeface="Public Sans"/>
              <a:buNone/>
              <a:defRPr b="1" sz="1400">
                <a:solidFill>
                  <a:srgbClr val="003B40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Font typeface="Public Sans"/>
              <a:buNone/>
              <a:defRPr b="1" sz="1400">
                <a:solidFill>
                  <a:srgbClr val="003B40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Font typeface="Public Sans"/>
              <a:buNone/>
              <a:defRPr b="1" sz="1400">
                <a:solidFill>
                  <a:srgbClr val="003B40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392" name="Google Shape;392;p38"/>
          <p:cNvSpPr txBox="1"/>
          <p:nvPr>
            <p:ph idx="1" type="subTitle"/>
          </p:nvPr>
        </p:nvSpPr>
        <p:spPr>
          <a:xfrm>
            <a:off x="550800" y="4028400"/>
            <a:ext cx="16308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None/>
              <a:defRPr>
                <a:solidFill>
                  <a:srgbClr val="003B40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None/>
              <a:defRPr>
                <a:solidFill>
                  <a:srgbClr val="003B40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None/>
              <a:defRPr>
                <a:solidFill>
                  <a:srgbClr val="003B40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None/>
              <a:defRPr>
                <a:solidFill>
                  <a:srgbClr val="003B40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None/>
              <a:defRPr>
                <a:solidFill>
                  <a:srgbClr val="003B40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None/>
              <a:defRPr>
                <a:solidFill>
                  <a:srgbClr val="003B40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None/>
              <a:defRPr>
                <a:solidFill>
                  <a:srgbClr val="003B40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None/>
              <a:defRPr>
                <a:solidFill>
                  <a:srgbClr val="003B40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None/>
              <a:defRPr>
                <a:solidFill>
                  <a:srgbClr val="003B40"/>
                </a:solidFill>
              </a:defRPr>
            </a:lvl9pPr>
          </a:lstStyle>
          <a:p/>
        </p:txBody>
      </p:sp>
      <p:sp>
        <p:nvSpPr>
          <p:cNvPr id="393" name="Google Shape;393;p38"/>
          <p:cNvSpPr txBox="1"/>
          <p:nvPr>
            <p:ph idx="3" type="title"/>
          </p:nvPr>
        </p:nvSpPr>
        <p:spPr>
          <a:xfrm>
            <a:off x="2678400" y="3129000"/>
            <a:ext cx="860400" cy="8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Font typeface="Public Sans"/>
              <a:buNone/>
              <a:defRPr b="1" sz="1400">
                <a:solidFill>
                  <a:srgbClr val="003B4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Font typeface="Public Sans"/>
              <a:buNone/>
              <a:defRPr b="1" sz="1400">
                <a:solidFill>
                  <a:srgbClr val="003B4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Font typeface="Public Sans"/>
              <a:buNone/>
              <a:defRPr b="1" sz="1400">
                <a:solidFill>
                  <a:srgbClr val="003B4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Font typeface="Public Sans"/>
              <a:buNone/>
              <a:defRPr b="1" sz="1400">
                <a:solidFill>
                  <a:srgbClr val="003B4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Font typeface="Public Sans"/>
              <a:buNone/>
              <a:defRPr b="1" sz="1400">
                <a:solidFill>
                  <a:srgbClr val="003B4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Font typeface="Public Sans"/>
              <a:buNone/>
              <a:defRPr b="1" sz="1400">
                <a:solidFill>
                  <a:srgbClr val="003B40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Font typeface="Public Sans"/>
              <a:buNone/>
              <a:defRPr b="1" sz="1400">
                <a:solidFill>
                  <a:srgbClr val="003B40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Font typeface="Public Sans"/>
              <a:buNone/>
              <a:defRPr b="1" sz="1400">
                <a:solidFill>
                  <a:srgbClr val="003B40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Font typeface="Public Sans"/>
              <a:buNone/>
              <a:defRPr b="1" sz="1400">
                <a:solidFill>
                  <a:srgbClr val="003B40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394" name="Google Shape;394;p38"/>
          <p:cNvSpPr txBox="1"/>
          <p:nvPr>
            <p:ph idx="4" type="subTitle"/>
          </p:nvPr>
        </p:nvSpPr>
        <p:spPr>
          <a:xfrm>
            <a:off x="2678400" y="4028400"/>
            <a:ext cx="16308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None/>
              <a:defRPr>
                <a:solidFill>
                  <a:srgbClr val="003B40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None/>
              <a:defRPr>
                <a:solidFill>
                  <a:srgbClr val="003B40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None/>
              <a:defRPr>
                <a:solidFill>
                  <a:srgbClr val="003B40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None/>
              <a:defRPr>
                <a:solidFill>
                  <a:srgbClr val="003B40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None/>
              <a:defRPr>
                <a:solidFill>
                  <a:srgbClr val="003B40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None/>
              <a:defRPr>
                <a:solidFill>
                  <a:srgbClr val="003B40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None/>
              <a:defRPr>
                <a:solidFill>
                  <a:srgbClr val="003B40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None/>
              <a:defRPr>
                <a:solidFill>
                  <a:srgbClr val="003B40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None/>
              <a:defRPr>
                <a:solidFill>
                  <a:srgbClr val="003B40"/>
                </a:solidFill>
              </a:defRPr>
            </a:lvl9pPr>
          </a:lstStyle>
          <a:p/>
        </p:txBody>
      </p:sp>
      <p:sp>
        <p:nvSpPr>
          <p:cNvPr id="395" name="Google Shape;395;p38"/>
          <p:cNvSpPr txBox="1"/>
          <p:nvPr>
            <p:ph idx="5" type="title"/>
          </p:nvPr>
        </p:nvSpPr>
        <p:spPr>
          <a:xfrm>
            <a:off x="4831200" y="3129000"/>
            <a:ext cx="860400" cy="8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Font typeface="Public Sans"/>
              <a:buNone/>
              <a:defRPr b="1" sz="1400">
                <a:solidFill>
                  <a:srgbClr val="003B4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Font typeface="Public Sans"/>
              <a:buNone/>
              <a:defRPr b="1" sz="1400">
                <a:solidFill>
                  <a:srgbClr val="003B4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Font typeface="Public Sans"/>
              <a:buNone/>
              <a:defRPr b="1" sz="1400">
                <a:solidFill>
                  <a:srgbClr val="003B4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Font typeface="Public Sans"/>
              <a:buNone/>
              <a:defRPr b="1" sz="1400">
                <a:solidFill>
                  <a:srgbClr val="003B4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Font typeface="Public Sans"/>
              <a:buNone/>
              <a:defRPr b="1" sz="1400">
                <a:solidFill>
                  <a:srgbClr val="003B4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Font typeface="Public Sans"/>
              <a:buNone/>
              <a:defRPr b="1" sz="1400">
                <a:solidFill>
                  <a:srgbClr val="003B40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Font typeface="Public Sans"/>
              <a:buNone/>
              <a:defRPr b="1" sz="1400">
                <a:solidFill>
                  <a:srgbClr val="003B40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Font typeface="Public Sans"/>
              <a:buNone/>
              <a:defRPr b="1" sz="1400">
                <a:solidFill>
                  <a:srgbClr val="003B40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Font typeface="Public Sans"/>
              <a:buNone/>
              <a:defRPr b="1" sz="1400">
                <a:solidFill>
                  <a:srgbClr val="003B40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396" name="Google Shape;396;p38"/>
          <p:cNvSpPr txBox="1"/>
          <p:nvPr>
            <p:ph idx="6" type="subTitle"/>
          </p:nvPr>
        </p:nvSpPr>
        <p:spPr>
          <a:xfrm>
            <a:off x="4831200" y="4028400"/>
            <a:ext cx="16308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None/>
              <a:defRPr>
                <a:solidFill>
                  <a:srgbClr val="003B40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None/>
              <a:defRPr>
                <a:solidFill>
                  <a:srgbClr val="003B40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None/>
              <a:defRPr>
                <a:solidFill>
                  <a:srgbClr val="003B40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None/>
              <a:defRPr>
                <a:solidFill>
                  <a:srgbClr val="003B40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None/>
              <a:defRPr>
                <a:solidFill>
                  <a:srgbClr val="003B40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None/>
              <a:defRPr>
                <a:solidFill>
                  <a:srgbClr val="003B40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None/>
              <a:defRPr>
                <a:solidFill>
                  <a:srgbClr val="003B40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None/>
              <a:defRPr>
                <a:solidFill>
                  <a:srgbClr val="003B40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None/>
              <a:defRPr>
                <a:solidFill>
                  <a:srgbClr val="003B40"/>
                </a:solidFill>
              </a:defRPr>
            </a:lvl9pPr>
          </a:lstStyle>
          <a:p/>
        </p:txBody>
      </p:sp>
      <p:sp>
        <p:nvSpPr>
          <p:cNvPr id="397" name="Google Shape;397;p38"/>
          <p:cNvSpPr txBox="1"/>
          <p:nvPr>
            <p:ph idx="7" type="title"/>
          </p:nvPr>
        </p:nvSpPr>
        <p:spPr>
          <a:xfrm>
            <a:off x="6930000" y="3129000"/>
            <a:ext cx="860400" cy="8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Font typeface="Public Sans"/>
              <a:buNone/>
              <a:defRPr b="1" sz="1400">
                <a:solidFill>
                  <a:srgbClr val="003B4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Font typeface="Public Sans"/>
              <a:buNone/>
              <a:defRPr b="1" sz="1400">
                <a:solidFill>
                  <a:srgbClr val="003B4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Font typeface="Public Sans"/>
              <a:buNone/>
              <a:defRPr b="1" sz="1400">
                <a:solidFill>
                  <a:srgbClr val="003B4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Font typeface="Public Sans"/>
              <a:buNone/>
              <a:defRPr b="1" sz="1400">
                <a:solidFill>
                  <a:srgbClr val="003B4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Font typeface="Public Sans"/>
              <a:buNone/>
              <a:defRPr b="1" sz="1400">
                <a:solidFill>
                  <a:srgbClr val="003B4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Font typeface="Public Sans"/>
              <a:buNone/>
              <a:defRPr b="1" sz="1400">
                <a:solidFill>
                  <a:srgbClr val="003B40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Font typeface="Public Sans"/>
              <a:buNone/>
              <a:defRPr b="1" sz="1400">
                <a:solidFill>
                  <a:srgbClr val="003B40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Font typeface="Public Sans"/>
              <a:buNone/>
              <a:defRPr b="1" sz="1400">
                <a:solidFill>
                  <a:srgbClr val="003B40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400"/>
              <a:buFont typeface="Public Sans"/>
              <a:buNone/>
              <a:defRPr b="1" sz="1400">
                <a:solidFill>
                  <a:srgbClr val="003B40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398" name="Google Shape;398;p38"/>
          <p:cNvSpPr txBox="1"/>
          <p:nvPr>
            <p:ph idx="8" type="subTitle"/>
          </p:nvPr>
        </p:nvSpPr>
        <p:spPr>
          <a:xfrm>
            <a:off x="6930000" y="4028400"/>
            <a:ext cx="16308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None/>
              <a:defRPr>
                <a:solidFill>
                  <a:srgbClr val="003B40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None/>
              <a:defRPr>
                <a:solidFill>
                  <a:srgbClr val="003B40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None/>
              <a:defRPr>
                <a:solidFill>
                  <a:srgbClr val="003B40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None/>
              <a:defRPr>
                <a:solidFill>
                  <a:srgbClr val="003B40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None/>
              <a:defRPr>
                <a:solidFill>
                  <a:srgbClr val="003B40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None/>
              <a:defRPr>
                <a:solidFill>
                  <a:srgbClr val="003B40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None/>
              <a:defRPr>
                <a:solidFill>
                  <a:srgbClr val="003B40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None/>
              <a:defRPr>
                <a:solidFill>
                  <a:srgbClr val="003B40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1100"/>
              <a:buNone/>
              <a:defRPr>
                <a:solidFill>
                  <a:srgbClr val="003B4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4 key metrics v2">
  <p:cSld name="SECTION_HEADER_13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9"/>
          <p:cNvSpPr/>
          <p:nvPr/>
        </p:nvSpPr>
        <p:spPr>
          <a:xfrm>
            <a:off x="0" y="-1175"/>
            <a:ext cx="3095700" cy="5144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01" name="Google Shape;401;p39"/>
          <p:cNvSpPr/>
          <p:nvPr/>
        </p:nvSpPr>
        <p:spPr>
          <a:xfrm flipH="1">
            <a:off x="371750" y="352075"/>
            <a:ext cx="4773900" cy="4404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403" name="Google Shape;403;p39"/>
          <p:cNvSpPr/>
          <p:nvPr/>
        </p:nvSpPr>
        <p:spPr>
          <a:xfrm>
            <a:off x="3265050" y="132375"/>
            <a:ext cx="5756100" cy="1137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9"/>
          <p:cNvSpPr/>
          <p:nvPr/>
        </p:nvSpPr>
        <p:spPr>
          <a:xfrm>
            <a:off x="3265050" y="1375608"/>
            <a:ext cx="5756100" cy="1137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9"/>
          <p:cNvSpPr/>
          <p:nvPr/>
        </p:nvSpPr>
        <p:spPr>
          <a:xfrm>
            <a:off x="3265050" y="2618841"/>
            <a:ext cx="5756100" cy="1137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39"/>
          <p:cNvSpPr/>
          <p:nvPr/>
        </p:nvSpPr>
        <p:spPr>
          <a:xfrm>
            <a:off x="3265050" y="3862073"/>
            <a:ext cx="5756100" cy="1137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9"/>
          <p:cNvSpPr/>
          <p:nvPr/>
        </p:nvSpPr>
        <p:spPr>
          <a:xfrm flipH="1">
            <a:off x="2724000" y="206125"/>
            <a:ext cx="371700" cy="469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9"/>
          <p:cNvSpPr txBox="1"/>
          <p:nvPr>
            <p:ph type="ctrTitle"/>
          </p:nvPr>
        </p:nvSpPr>
        <p:spPr>
          <a:xfrm>
            <a:off x="670850" y="642250"/>
            <a:ext cx="2053200" cy="5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9" name="Google Shape;409;p39"/>
          <p:cNvSpPr txBox="1"/>
          <p:nvPr>
            <p:ph idx="1" type="body"/>
          </p:nvPr>
        </p:nvSpPr>
        <p:spPr>
          <a:xfrm>
            <a:off x="3407450" y="742425"/>
            <a:ext cx="5453700" cy="406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10" name="Google Shape;410;p39"/>
          <p:cNvSpPr txBox="1"/>
          <p:nvPr>
            <p:ph idx="2" type="subTitle"/>
          </p:nvPr>
        </p:nvSpPr>
        <p:spPr>
          <a:xfrm>
            <a:off x="3407450" y="252825"/>
            <a:ext cx="5453700" cy="46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411" name="Google Shape;411;p39"/>
          <p:cNvSpPr txBox="1"/>
          <p:nvPr>
            <p:ph idx="3" type="body"/>
          </p:nvPr>
        </p:nvSpPr>
        <p:spPr>
          <a:xfrm>
            <a:off x="3407450" y="1985663"/>
            <a:ext cx="5453700" cy="406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12" name="Google Shape;412;p39"/>
          <p:cNvSpPr txBox="1"/>
          <p:nvPr>
            <p:ph idx="4" type="subTitle"/>
          </p:nvPr>
        </p:nvSpPr>
        <p:spPr>
          <a:xfrm>
            <a:off x="3407450" y="1496063"/>
            <a:ext cx="5453700" cy="46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413" name="Google Shape;413;p39"/>
          <p:cNvSpPr txBox="1"/>
          <p:nvPr>
            <p:ph idx="5" type="body"/>
          </p:nvPr>
        </p:nvSpPr>
        <p:spPr>
          <a:xfrm>
            <a:off x="3407450" y="3228888"/>
            <a:ext cx="5453700" cy="406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14" name="Google Shape;414;p39"/>
          <p:cNvSpPr txBox="1"/>
          <p:nvPr>
            <p:ph idx="6" type="subTitle"/>
          </p:nvPr>
        </p:nvSpPr>
        <p:spPr>
          <a:xfrm>
            <a:off x="3407450" y="2739288"/>
            <a:ext cx="5453700" cy="46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415" name="Google Shape;415;p39"/>
          <p:cNvSpPr txBox="1"/>
          <p:nvPr>
            <p:ph idx="7" type="body"/>
          </p:nvPr>
        </p:nvSpPr>
        <p:spPr>
          <a:xfrm>
            <a:off x="3407450" y="4472125"/>
            <a:ext cx="5453700" cy="406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16" name="Google Shape;416;p39"/>
          <p:cNvSpPr txBox="1"/>
          <p:nvPr>
            <p:ph idx="8" type="subTitle"/>
          </p:nvPr>
        </p:nvSpPr>
        <p:spPr>
          <a:xfrm>
            <a:off x="3407450" y="3982525"/>
            <a:ext cx="5453700" cy="46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key metrics">
  <p:cSld name="SECTION_HEADER_14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419" name="Google Shape;419;p40"/>
          <p:cNvSpPr/>
          <p:nvPr/>
        </p:nvSpPr>
        <p:spPr>
          <a:xfrm rot="10800000">
            <a:off x="373575" y="1068750"/>
            <a:ext cx="8411700" cy="3624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20" name="Google Shape;420;p40"/>
          <p:cNvSpPr/>
          <p:nvPr/>
        </p:nvSpPr>
        <p:spPr>
          <a:xfrm rot="-5400000">
            <a:off x="3239475" y="-2252575"/>
            <a:ext cx="2837100" cy="856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40"/>
          <p:cNvSpPr/>
          <p:nvPr/>
        </p:nvSpPr>
        <p:spPr>
          <a:xfrm>
            <a:off x="373575" y="378525"/>
            <a:ext cx="8411700" cy="3624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22" name="Google Shape;422;p40"/>
          <p:cNvSpPr/>
          <p:nvPr/>
        </p:nvSpPr>
        <p:spPr>
          <a:xfrm rot="5400000">
            <a:off x="3004375" y="-1515100"/>
            <a:ext cx="3190800" cy="856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40"/>
          <p:cNvSpPr/>
          <p:nvPr/>
        </p:nvSpPr>
        <p:spPr>
          <a:xfrm>
            <a:off x="0" y="1442450"/>
            <a:ext cx="9144000" cy="269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424" name="Google Shape;424;p40"/>
          <p:cNvSpPr txBox="1"/>
          <p:nvPr>
            <p:ph type="ctrTitle"/>
          </p:nvPr>
        </p:nvSpPr>
        <p:spPr>
          <a:xfrm>
            <a:off x="882000" y="607275"/>
            <a:ext cx="7358400" cy="5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25" name="Google Shape;425;p40"/>
          <p:cNvSpPr/>
          <p:nvPr/>
        </p:nvSpPr>
        <p:spPr>
          <a:xfrm>
            <a:off x="638025" y="1895638"/>
            <a:ext cx="203400" cy="203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26" name="Google Shape;426;p40"/>
          <p:cNvSpPr txBox="1"/>
          <p:nvPr>
            <p:ph idx="1" type="body"/>
          </p:nvPr>
        </p:nvSpPr>
        <p:spPr>
          <a:xfrm>
            <a:off x="638025" y="2841071"/>
            <a:ext cx="2274900" cy="680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7" name="Google Shape;427;p40"/>
          <p:cNvSpPr txBox="1"/>
          <p:nvPr>
            <p:ph idx="2" type="subTitle"/>
          </p:nvPr>
        </p:nvSpPr>
        <p:spPr>
          <a:xfrm>
            <a:off x="638025" y="2351463"/>
            <a:ext cx="2274900" cy="46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8" name="Google Shape;428;p40"/>
          <p:cNvSpPr/>
          <p:nvPr/>
        </p:nvSpPr>
        <p:spPr>
          <a:xfrm>
            <a:off x="3462325" y="1895625"/>
            <a:ext cx="203400" cy="203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29" name="Google Shape;429;p40"/>
          <p:cNvSpPr txBox="1"/>
          <p:nvPr>
            <p:ph idx="3" type="body"/>
          </p:nvPr>
        </p:nvSpPr>
        <p:spPr>
          <a:xfrm>
            <a:off x="3462325" y="2841050"/>
            <a:ext cx="2274900" cy="680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0" name="Google Shape;430;p40"/>
          <p:cNvSpPr txBox="1"/>
          <p:nvPr>
            <p:ph idx="4" type="subTitle"/>
          </p:nvPr>
        </p:nvSpPr>
        <p:spPr>
          <a:xfrm>
            <a:off x="3462325" y="2351450"/>
            <a:ext cx="2274900" cy="46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1" name="Google Shape;431;p40"/>
          <p:cNvSpPr/>
          <p:nvPr/>
        </p:nvSpPr>
        <p:spPr>
          <a:xfrm>
            <a:off x="6245825" y="1895625"/>
            <a:ext cx="203400" cy="203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32" name="Google Shape;432;p40"/>
          <p:cNvSpPr txBox="1"/>
          <p:nvPr>
            <p:ph idx="5" type="body"/>
          </p:nvPr>
        </p:nvSpPr>
        <p:spPr>
          <a:xfrm>
            <a:off x="6245825" y="2841050"/>
            <a:ext cx="2274900" cy="680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3" name="Google Shape;433;p40"/>
          <p:cNvSpPr txBox="1"/>
          <p:nvPr>
            <p:ph idx="6" type="subTitle"/>
          </p:nvPr>
        </p:nvSpPr>
        <p:spPr>
          <a:xfrm>
            <a:off x="6245825" y="2351450"/>
            <a:ext cx="2274900" cy="46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key metrics v2">
  <p:cSld name="SECTION_HEADER_15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1"/>
          <p:cNvSpPr/>
          <p:nvPr/>
        </p:nvSpPr>
        <p:spPr>
          <a:xfrm>
            <a:off x="353250" y="375450"/>
            <a:ext cx="8442900" cy="4420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36" name="Google Shape;436;p41"/>
          <p:cNvSpPr/>
          <p:nvPr/>
        </p:nvSpPr>
        <p:spPr>
          <a:xfrm>
            <a:off x="205275" y="1535850"/>
            <a:ext cx="8815800" cy="178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37" name="Google Shape;437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438" name="Google Shape;438;p41"/>
          <p:cNvSpPr/>
          <p:nvPr/>
        </p:nvSpPr>
        <p:spPr>
          <a:xfrm>
            <a:off x="353250" y="1933650"/>
            <a:ext cx="2814300" cy="1276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39" name="Google Shape;439;p41"/>
          <p:cNvSpPr/>
          <p:nvPr/>
        </p:nvSpPr>
        <p:spPr>
          <a:xfrm>
            <a:off x="3167600" y="1933650"/>
            <a:ext cx="2814300" cy="1276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40" name="Google Shape;440;p41"/>
          <p:cNvSpPr/>
          <p:nvPr/>
        </p:nvSpPr>
        <p:spPr>
          <a:xfrm>
            <a:off x="5981950" y="1933650"/>
            <a:ext cx="2814300" cy="1276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41" name="Google Shape;441;p41"/>
          <p:cNvSpPr/>
          <p:nvPr/>
        </p:nvSpPr>
        <p:spPr>
          <a:xfrm>
            <a:off x="164100" y="3209850"/>
            <a:ext cx="8815800" cy="39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42" name="Google Shape;442;p41"/>
          <p:cNvSpPr txBox="1"/>
          <p:nvPr>
            <p:ph idx="1" type="body"/>
          </p:nvPr>
        </p:nvSpPr>
        <p:spPr>
          <a:xfrm>
            <a:off x="622950" y="2539516"/>
            <a:ext cx="2274900" cy="541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43" name="Google Shape;443;p41"/>
          <p:cNvSpPr txBox="1"/>
          <p:nvPr>
            <p:ph idx="2" type="subTitle"/>
          </p:nvPr>
        </p:nvSpPr>
        <p:spPr>
          <a:xfrm>
            <a:off x="622950" y="2071500"/>
            <a:ext cx="2274900" cy="46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444" name="Google Shape;444;p41"/>
          <p:cNvSpPr txBox="1"/>
          <p:nvPr>
            <p:ph idx="3" type="body"/>
          </p:nvPr>
        </p:nvSpPr>
        <p:spPr>
          <a:xfrm>
            <a:off x="3437300" y="2539516"/>
            <a:ext cx="2274900" cy="541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45" name="Google Shape;445;p41"/>
          <p:cNvSpPr txBox="1"/>
          <p:nvPr>
            <p:ph idx="4" type="subTitle"/>
          </p:nvPr>
        </p:nvSpPr>
        <p:spPr>
          <a:xfrm>
            <a:off x="3437300" y="2071500"/>
            <a:ext cx="2274900" cy="46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446" name="Google Shape;446;p41"/>
          <p:cNvSpPr txBox="1"/>
          <p:nvPr>
            <p:ph idx="5" type="body"/>
          </p:nvPr>
        </p:nvSpPr>
        <p:spPr>
          <a:xfrm>
            <a:off x="6251650" y="2558093"/>
            <a:ext cx="2274900" cy="541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47" name="Google Shape;447;p41"/>
          <p:cNvSpPr txBox="1"/>
          <p:nvPr>
            <p:ph idx="6" type="subTitle"/>
          </p:nvPr>
        </p:nvSpPr>
        <p:spPr>
          <a:xfrm>
            <a:off x="6251650" y="2085450"/>
            <a:ext cx="2274900" cy="46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448" name="Google Shape;448;p41"/>
          <p:cNvSpPr txBox="1"/>
          <p:nvPr>
            <p:ph type="title"/>
          </p:nvPr>
        </p:nvSpPr>
        <p:spPr>
          <a:xfrm>
            <a:off x="642050" y="615900"/>
            <a:ext cx="7857300" cy="75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2000"/>
              <a:buNone/>
              <a:defRPr>
                <a:solidFill>
                  <a:srgbClr val="003B4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2000"/>
              <a:buNone/>
              <a:defRPr>
                <a:solidFill>
                  <a:srgbClr val="003B40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2000"/>
              <a:buNone/>
              <a:defRPr>
                <a:solidFill>
                  <a:srgbClr val="003B40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2000"/>
              <a:buNone/>
              <a:defRPr>
                <a:solidFill>
                  <a:srgbClr val="003B40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2000"/>
              <a:buNone/>
              <a:defRPr>
                <a:solidFill>
                  <a:srgbClr val="003B40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2000"/>
              <a:buNone/>
              <a:defRPr>
                <a:solidFill>
                  <a:srgbClr val="003B40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2000"/>
              <a:buNone/>
              <a:defRPr>
                <a:solidFill>
                  <a:srgbClr val="003B40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2000"/>
              <a:buNone/>
              <a:defRPr>
                <a:solidFill>
                  <a:srgbClr val="003B40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3B40"/>
              </a:buClr>
              <a:buSzPts val="2000"/>
              <a:buNone/>
              <a:defRPr>
                <a:solidFill>
                  <a:srgbClr val="003B4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items on timeline">
  <p:cSld name="SECTION_HEADER_16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451" name="Google Shape;451;p42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452" name="Google Shape;452;p42"/>
          <p:cNvSpPr/>
          <p:nvPr/>
        </p:nvSpPr>
        <p:spPr>
          <a:xfrm rot="10800000">
            <a:off x="373575" y="1068750"/>
            <a:ext cx="8411700" cy="3624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53" name="Google Shape;453;p42"/>
          <p:cNvSpPr/>
          <p:nvPr/>
        </p:nvSpPr>
        <p:spPr>
          <a:xfrm rot="-5400000">
            <a:off x="3239475" y="-2252575"/>
            <a:ext cx="2837100" cy="856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42"/>
          <p:cNvSpPr/>
          <p:nvPr/>
        </p:nvSpPr>
        <p:spPr>
          <a:xfrm>
            <a:off x="373575" y="378525"/>
            <a:ext cx="8411700" cy="3624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55" name="Google Shape;455;p42"/>
          <p:cNvSpPr/>
          <p:nvPr/>
        </p:nvSpPr>
        <p:spPr>
          <a:xfrm rot="5400000">
            <a:off x="3004375" y="-1515100"/>
            <a:ext cx="3190800" cy="856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42"/>
          <p:cNvSpPr/>
          <p:nvPr/>
        </p:nvSpPr>
        <p:spPr>
          <a:xfrm>
            <a:off x="0" y="1442450"/>
            <a:ext cx="9144000" cy="269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457" name="Google Shape;457;p42"/>
          <p:cNvSpPr txBox="1"/>
          <p:nvPr>
            <p:ph type="ctrTitle"/>
          </p:nvPr>
        </p:nvSpPr>
        <p:spPr>
          <a:xfrm>
            <a:off x="882000" y="607275"/>
            <a:ext cx="7358400" cy="5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58" name="Google Shape;458;p42"/>
          <p:cNvSpPr txBox="1"/>
          <p:nvPr>
            <p:ph idx="1" type="body"/>
          </p:nvPr>
        </p:nvSpPr>
        <p:spPr>
          <a:xfrm>
            <a:off x="638025" y="2841076"/>
            <a:ext cx="2274900" cy="857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59" name="Google Shape;459;p42"/>
          <p:cNvSpPr txBox="1"/>
          <p:nvPr>
            <p:ph idx="3" type="subTitle"/>
          </p:nvPr>
        </p:nvSpPr>
        <p:spPr>
          <a:xfrm>
            <a:off x="638025" y="2351463"/>
            <a:ext cx="2274900" cy="46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460" name="Google Shape;460;p42"/>
          <p:cNvSpPr txBox="1"/>
          <p:nvPr>
            <p:ph idx="4" type="body"/>
          </p:nvPr>
        </p:nvSpPr>
        <p:spPr>
          <a:xfrm>
            <a:off x="3462325" y="2841050"/>
            <a:ext cx="2274900" cy="857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61" name="Google Shape;461;p42"/>
          <p:cNvSpPr txBox="1"/>
          <p:nvPr>
            <p:ph idx="5" type="subTitle"/>
          </p:nvPr>
        </p:nvSpPr>
        <p:spPr>
          <a:xfrm>
            <a:off x="3462325" y="2351450"/>
            <a:ext cx="2274900" cy="46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462" name="Google Shape;462;p42"/>
          <p:cNvSpPr txBox="1"/>
          <p:nvPr>
            <p:ph idx="6" type="body"/>
          </p:nvPr>
        </p:nvSpPr>
        <p:spPr>
          <a:xfrm>
            <a:off x="6245825" y="2841050"/>
            <a:ext cx="2274900" cy="857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63" name="Google Shape;463;p42"/>
          <p:cNvSpPr txBox="1"/>
          <p:nvPr>
            <p:ph idx="7" type="subTitle"/>
          </p:nvPr>
        </p:nvSpPr>
        <p:spPr>
          <a:xfrm>
            <a:off x="6245825" y="2351450"/>
            <a:ext cx="2274900" cy="46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cxnSp>
        <p:nvCxnSpPr>
          <p:cNvPr id="464" name="Google Shape;464;p42"/>
          <p:cNvCxnSpPr/>
          <p:nvPr/>
        </p:nvCxnSpPr>
        <p:spPr>
          <a:xfrm>
            <a:off x="1725" y="1997325"/>
            <a:ext cx="462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5" name="Google Shape;465;p42"/>
          <p:cNvCxnSpPr/>
          <p:nvPr/>
        </p:nvCxnSpPr>
        <p:spPr>
          <a:xfrm>
            <a:off x="1015125" y="1997325"/>
            <a:ext cx="225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" name="Google Shape;466;p42"/>
          <p:cNvCxnSpPr/>
          <p:nvPr/>
        </p:nvCxnSpPr>
        <p:spPr>
          <a:xfrm>
            <a:off x="3876575" y="1997325"/>
            <a:ext cx="2205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7" name="Google Shape;467;p42"/>
          <p:cNvCxnSpPr/>
          <p:nvPr/>
        </p:nvCxnSpPr>
        <p:spPr>
          <a:xfrm>
            <a:off x="6623025" y="1997325"/>
            <a:ext cx="2561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8" name="Google Shape;468;p42"/>
          <p:cNvSpPr/>
          <p:nvPr/>
        </p:nvSpPr>
        <p:spPr>
          <a:xfrm>
            <a:off x="671625" y="1929221"/>
            <a:ext cx="136200" cy="13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69" name="Google Shape;469;p42"/>
          <p:cNvSpPr/>
          <p:nvPr/>
        </p:nvSpPr>
        <p:spPr>
          <a:xfrm>
            <a:off x="3504250" y="1929221"/>
            <a:ext cx="136200" cy="13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70" name="Google Shape;470;p42"/>
          <p:cNvSpPr/>
          <p:nvPr/>
        </p:nvSpPr>
        <p:spPr>
          <a:xfrm>
            <a:off x="6284500" y="1929221"/>
            <a:ext cx="136200" cy="13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items on timeline v2">
  <p:cSld name="SECTION_HEADER_17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3"/>
          <p:cNvSpPr/>
          <p:nvPr/>
        </p:nvSpPr>
        <p:spPr>
          <a:xfrm>
            <a:off x="353250" y="375450"/>
            <a:ext cx="8442900" cy="4420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73" name="Google Shape;473;p43"/>
          <p:cNvSpPr/>
          <p:nvPr/>
        </p:nvSpPr>
        <p:spPr>
          <a:xfrm>
            <a:off x="205275" y="1342500"/>
            <a:ext cx="8815800" cy="1973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74" name="Google Shape;474;p43"/>
          <p:cNvSpPr/>
          <p:nvPr/>
        </p:nvSpPr>
        <p:spPr>
          <a:xfrm>
            <a:off x="164100" y="3209850"/>
            <a:ext cx="8815800" cy="59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75" name="Google Shape;475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476" name="Google Shape;476;p43"/>
          <p:cNvSpPr/>
          <p:nvPr/>
        </p:nvSpPr>
        <p:spPr>
          <a:xfrm>
            <a:off x="-8900" y="1702500"/>
            <a:ext cx="3054000" cy="72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77" name="Google Shape;477;p43"/>
          <p:cNvSpPr/>
          <p:nvPr/>
        </p:nvSpPr>
        <p:spPr>
          <a:xfrm>
            <a:off x="-8900" y="2423700"/>
            <a:ext cx="3054000" cy="101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78" name="Google Shape;478;p43"/>
          <p:cNvSpPr/>
          <p:nvPr/>
        </p:nvSpPr>
        <p:spPr>
          <a:xfrm>
            <a:off x="3045000" y="1702500"/>
            <a:ext cx="3054000" cy="721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79" name="Google Shape;479;p43"/>
          <p:cNvSpPr/>
          <p:nvPr/>
        </p:nvSpPr>
        <p:spPr>
          <a:xfrm>
            <a:off x="3045000" y="2423700"/>
            <a:ext cx="3054000" cy="101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80" name="Google Shape;480;p43"/>
          <p:cNvSpPr/>
          <p:nvPr/>
        </p:nvSpPr>
        <p:spPr>
          <a:xfrm>
            <a:off x="6098900" y="1702500"/>
            <a:ext cx="3054000" cy="72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81" name="Google Shape;481;p43"/>
          <p:cNvSpPr/>
          <p:nvPr/>
        </p:nvSpPr>
        <p:spPr>
          <a:xfrm>
            <a:off x="6098900" y="2423700"/>
            <a:ext cx="3054000" cy="101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82" name="Google Shape;482;p43"/>
          <p:cNvSpPr txBox="1"/>
          <p:nvPr>
            <p:ph type="ctrTitle"/>
          </p:nvPr>
        </p:nvSpPr>
        <p:spPr>
          <a:xfrm>
            <a:off x="882000" y="625775"/>
            <a:ext cx="7358400" cy="5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83" name="Google Shape;483;p43"/>
          <p:cNvSpPr txBox="1"/>
          <p:nvPr>
            <p:ph idx="1" type="body"/>
          </p:nvPr>
        </p:nvSpPr>
        <p:spPr>
          <a:xfrm>
            <a:off x="380650" y="2545348"/>
            <a:ext cx="2274900" cy="770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84" name="Google Shape;484;p43"/>
          <p:cNvSpPr txBox="1"/>
          <p:nvPr>
            <p:ph idx="2" type="subTitle"/>
          </p:nvPr>
        </p:nvSpPr>
        <p:spPr>
          <a:xfrm>
            <a:off x="380650" y="1829088"/>
            <a:ext cx="2274900" cy="46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5" name="Google Shape;485;p43"/>
          <p:cNvSpPr txBox="1"/>
          <p:nvPr>
            <p:ph idx="3" type="body"/>
          </p:nvPr>
        </p:nvSpPr>
        <p:spPr>
          <a:xfrm>
            <a:off x="3423750" y="2545348"/>
            <a:ext cx="2274900" cy="770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6" name="Google Shape;486;p43"/>
          <p:cNvSpPr txBox="1"/>
          <p:nvPr>
            <p:ph idx="4" type="subTitle"/>
          </p:nvPr>
        </p:nvSpPr>
        <p:spPr>
          <a:xfrm>
            <a:off x="3423750" y="1829088"/>
            <a:ext cx="2274900" cy="46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487" name="Google Shape;487;p43"/>
          <p:cNvSpPr txBox="1"/>
          <p:nvPr>
            <p:ph idx="5" type="body"/>
          </p:nvPr>
        </p:nvSpPr>
        <p:spPr>
          <a:xfrm>
            <a:off x="6488450" y="2545348"/>
            <a:ext cx="2274900" cy="770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88" name="Google Shape;488;p43"/>
          <p:cNvSpPr txBox="1"/>
          <p:nvPr>
            <p:ph idx="6" type="subTitle"/>
          </p:nvPr>
        </p:nvSpPr>
        <p:spPr>
          <a:xfrm>
            <a:off x="6488450" y="1829088"/>
            <a:ext cx="2274900" cy="46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4 items on timeline 1">
  <p:cSld name="CUSTOM_7"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4"/>
          <p:cNvSpPr/>
          <p:nvPr/>
        </p:nvSpPr>
        <p:spPr>
          <a:xfrm>
            <a:off x="0" y="0"/>
            <a:ext cx="9144000" cy="1831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44"/>
          <p:cNvSpPr/>
          <p:nvPr/>
        </p:nvSpPr>
        <p:spPr>
          <a:xfrm>
            <a:off x="0" y="1739425"/>
            <a:ext cx="9144000" cy="104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2" name="Google Shape;492;p44"/>
          <p:cNvCxnSpPr/>
          <p:nvPr/>
        </p:nvCxnSpPr>
        <p:spPr>
          <a:xfrm>
            <a:off x="2406825" y="1956653"/>
            <a:ext cx="0" cy="609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3" name="Google Shape;493;p44"/>
          <p:cNvCxnSpPr/>
          <p:nvPr/>
        </p:nvCxnSpPr>
        <p:spPr>
          <a:xfrm>
            <a:off x="4572000" y="1956653"/>
            <a:ext cx="0" cy="609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4" name="Google Shape;494;p44"/>
          <p:cNvCxnSpPr/>
          <p:nvPr/>
        </p:nvCxnSpPr>
        <p:spPr>
          <a:xfrm>
            <a:off x="6737175" y="1956653"/>
            <a:ext cx="0" cy="609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5" name="Google Shape;495;p44"/>
          <p:cNvSpPr txBox="1"/>
          <p:nvPr>
            <p:ph idx="1" type="subTitle"/>
          </p:nvPr>
        </p:nvSpPr>
        <p:spPr>
          <a:xfrm>
            <a:off x="424800" y="1990800"/>
            <a:ext cx="1789200" cy="5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6" name="Google Shape;496;p44"/>
          <p:cNvSpPr txBox="1"/>
          <p:nvPr>
            <p:ph idx="2" type="body"/>
          </p:nvPr>
        </p:nvSpPr>
        <p:spPr>
          <a:xfrm>
            <a:off x="424800" y="2916000"/>
            <a:ext cx="1789200" cy="17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7" name="Google Shape;497;p44"/>
          <p:cNvSpPr txBox="1"/>
          <p:nvPr>
            <p:ph idx="3" type="subTitle"/>
          </p:nvPr>
        </p:nvSpPr>
        <p:spPr>
          <a:xfrm>
            <a:off x="2595600" y="1990800"/>
            <a:ext cx="1789200" cy="5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8" name="Google Shape;498;p44"/>
          <p:cNvSpPr txBox="1"/>
          <p:nvPr>
            <p:ph idx="4" type="body"/>
          </p:nvPr>
        </p:nvSpPr>
        <p:spPr>
          <a:xfrm>
            <a:off x="2595600" y="2916000"/>
            <a:ext cx="1789200" cy="17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9" name="Google Shape;499;p44"/>
          <p:cNvSpPr txBox="1"/>
          <p:nvPr>
            <p:ph idx="5" type="subTitle"/>
          </p:nvPr>
        </p:nvSpPr>
        <p:spPr>
          <a:xfrm>
            <a:off x="4759200" y="1990800"/>
            <a:ext cx="1789200" cy="5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0" name="Google Shape;500;p44"/>
          <p:cNvSpPr txBox="1"/>
          <p:nvPr>
            <p:ph idx="6" type="body"/>
          </p:nvPr>
        </p:nvSpPr>
        <p:spPr>
          <a:xfrm>
            <a:off x="4759200" y="2916000"/>
            <a:ext cx="1789200" cy="17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01" name="Google Shape;501;p44"/>
          <p:cNvSpPr txBox="1"/>
          <p:nvPr>
            <p:ph idx="7" type="subTitle"/>
          </p:nvPr>
        </p:nvSpPr>
        <p:spPr>
          <a:xfrm>
            <a:off x="6926400" y="1990800"/>
            <a:ext cx="1789200" cy="5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2" name="Google Shape;502;p44"/>
          <p:cNvSpPr txBox="1"/>
          <p:nvPr>
            <p:ph idx="8" type="body"/>
          </p:nvPr>
        </p:nvSpPr>
        <p:spPr>
          <a:xfrm>
            <a:off x="6926400" y="2916000"/>
            <a:ext cx="1789200" cy="17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03" name="Google Shape;503;p44"/>
          <p:cNvSpPr txBox="1"/>
          <p:nvPr>
            <p:ph type="title"/>
          </p:nvPr>
        </p:nvSpPr>
        <p:spPr>
          <a:xfrm>
            <a:off x="1087200" y="642000"/>
            <a:ext cx="68157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user slide - v1">
  <p:cSld name="SECTION_HEADER_18"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5"/>
          <p:cNvSpPr/>
          <p:nvPr/>
        </p:nvSpPr>
        <p:spPr>
          <a:xfrm>
            <a:off x="6086750" y="-575"/>
            <a:ext cx="3075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06" name="Google Shape;506;p45"/>
          <p:cNvSpPr/>
          <p:nvPr/>
        </p:nvSpPr>
        <p:spPr>
          <a:xfrm>
            <a:off x="4015300" y="367875"/>
            <a:ext cx="4773900" cy="4404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45"/>
          <p:cNvSpPr/>
          <p:nvPr/>
        </p:nvSpPr>
        <p:spPr>
          <a:xfrm>
            <a:off x="6086750" y="221925"/>
            <a:ext cx="2000400" cy="469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45"/>
          <p:cNvSpPr txBox="1"/>
          <p:nvPr>
            <p:ph type="title"/>
          </p:nvPr>
        </p:nvSpPr>
        <p:spPr>
          <a:xfrm rot="5400000">
            <a:off x="6413550" y="2260675"/>
            <a:ext cx="4046100" cy="5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9" name="Google Shape;509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510" name="Google Shape;510;p45"/>
          <p:cNvSpPr/>
          <p:nvPr>
            <p:ph idx="2" type="pic"/>
          </p:nvPr>
        </p:nvSpPr>
        <p:spPr>
          <a:xfrm>
            <a:off x="5664400" y="-8325"/>
            <a:ext cx="2145300" cy="5156400"/>
          </a:xfrm>
          <a:prstGeom prst="rect">
            <a:avLst/>
          </a:prstGeom>
          <a:noFill/>
          <a:ln>
            <a:noFill/>
          </a:ln>
        </p:spPr>
      </p:sp>
      <p:sp>
        <p:nvSpPr>
          <p:cNvPr id="511" name="Google Shape;511;p45"/>
          <p:cNvSpPr txBox="1"/>
          <p:nvPr>
            <p:ph idx="1" type="body"/>
          </p:nvPr>
        </p:nvSpPr>
        <p:spPr>
          <a:xfrm>
            <a:off x="351350" y="857475"/>
            <a:ext cx="5012100" cy="406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2" name="Google Shape;512;p45"/>
          <p:cNvSpPr txBox="1"/>
          <p:nvPr>
            <p:ph idx="3" type="subTitle"/>
          </p:nvPr>
        </p:nvSpPr>
        <p:spPr>
          <a:xfrm>
            <a:off x="351350" y="367875"/>
            <a:ext cx="5012100" cy="46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cxnSp>
        <p:nvCxnSpPr>
          <p:cNvPr id="513" name="Google Shape;513;p45"/>
          <p:cNvCxnSpPr/>
          <p:nvPr/>
        </p:nvCxnSpPr>
        <p:spPr>
          <a:xfrm>
            <a:off x="353250" y="1420425"/>
            <a:ext cx="5012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4" name="Google Shape;514;p45"/>
          <p:cNvSpPr txBox="1"/>
          <p:nvPr>
            <p:ph idx="4" type="body"/>
          </p:nvPr>
        </p:nvSpPr>
        <p:spPr>
          <a:xfrm>
            <a:off x="353250" y="1576575"/>
            <a:ext cx="5012100" cy="31953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user slide - v2">
  <p:cSld name="SECTION_HEADER_19"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517" name="Google Shape;517;p46"/>
          <p:cNvSpPr/>
          <p:nvPr>
            <p:ph idx="2" type="pic"/>
          </p:nvPr>
        </p:nvSpPr>
        <p:spPr>
          <a:xfrm>
            <a:off x="0" y="-1150"/>
            <a:ext cx="2526300" cy="3456000"/>
          </a:xfrm>
          <a:prstGeom prst="rect">
            <a:avLst/>
          </a:prstGeom>
          <a:noFill/>
          <a:ln>
            <a:noFill/>
          </a:ln>
        </p:spPr>
      </p:sp>
      <p:sp>
        <p:nvSpPr>
          <p:cNvPr id="518" name="Google Shape;518;p46"/>
          <p:cNvSpPr/>
          <p:nvPr/>
        </p:nvSpPr>
        <p:spPr>
          <a:xfrm>
            <a:off x="2914825" y="367875"/>
            <a:ext cx="5874300" cy="4404000"/>
          </a:xfrm>
          <a:prstGeom prst="rect">
            <a:avLst/>
          </a:prstGeom>
          <a:noFill/>
          <a:ln cap="flat" cmpd="sng" w="9525">
            <a:solidFill>
              <a:srgbClr val="003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46"/>
          <p:cNvSpPr/>
          <p:nvPr/>
        </p:nvSpPr>
        <p:spPr>
          <a:xfrm>
            <a:off x="0" y="3454850"/>
            <a:ext cx="2526300" cy="1688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20" name="Google Shape;520;p46"/>
          <p:cNvSpPr txBox="1"/>
          <p:nvPr>
            <p:ph idx="1" type="body"/>
          </p:nvPr>
        </p:nvSpPr>
        <p:spPr>
          <a:xfrm>
            <a:off x="302250" y="4379500"/>
            <a:ext cx="1888500" cy="406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1" name="Google Shape;521;p46"/>
          <p:cNvSpPr txBox="1"/>
          <p:nvPr>
            <p:ph idx="3" type="subTitle"/>
          </p:nvPr>
        </p:nvSpPr>
        <p:spPr>
          <a:xfrm>
            <a:off x="302250" y="3889900"/>
            <a:ext cx="1888500" cy="46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522" name="Google Shape;522;p46"/>
          <p:cNvSpPr/>
          <p:nvPr/>
        </p:nvSpPr>
        <p:spPr>
          <a:xfrm>
            <a:off x="2526300" y="227500"/>
            <a:ext cx="548700" cy="479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23" name="Google Shape;523;p46"/>
          <p:cNvSpPr txBox="1"/>
          <p:nvPr>
            <p:ph type="title"/>
          </p:nvPr>
        </p:nvSpPr>
        <p:spPr>
          <a:xfrm>
            <a:off x="3012750" y="725288"/>
            <a:ext cx="545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24" name="Google Shape;524;p46"/>
          <p:cNvSpPr txBox="1"/>
          <p:nvPr>
            <p:ph idx="4" type="body"/>
          </p:nvPr>
        </p:nvSpPr>
        <p:spPr>
          <a:xfrm>
            <a:off x="3012750" y="1358063"/>
            <a:ext cx="5459700" cy="30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user slide - v3">
  <p:cSld name="SECTION_HEADER_20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527" name="Google Shape;527;p47"/>
          <p:cNvSpPr/>
          <p:nvPr/>
        </p:nvSpPr>
        <p:spPr>
          <a:xfrm>
            <a:off x="353250" y="356950"/>
            <a:ext cx="8443200" cy="443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28" name="Google Shape;528;p47"/>
          <p:cNvSpPr/>
          <p:nvPr>
            <p:ph idx="2" type="pic"/>
          </p:nvPr>
        </p:nvSpPr>
        <p:spPr>
          <a:xfrm>
            <a:off x="353250" y="356950"/>
            <a:ext cx="3560400" cy="2968500"/>
          </a:xfrm>
          <a:prstGeom prst="rect">
            <a:avLst/>
          </a:prstGeom>
          <a:noFill/>
          <a:ln>
            <a:noFill/>
          </a:ln>
        </p:spPr>
      </p:sp>
      <p:sp>
        <p:nvSpPr>
          <p:cNvPr id="529" name="Google Shape;529;p47"/>
          <p:cNvSpPr/>
          <p:nvPr/>
        </p:nvSpPr>
        <p:spPr>
          <a:xfrm>
            <a:off x="353250" y="3325450"/>
            <a:ext cx="3560400" cy="147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30" name="Google Shape;530;p47"/>
          <p:cNvSpPr txBox="1"/>
          <p:nvPr>
            <p:ph idx="1" type="body"/>
          </p:nvPr>
        </p:nvSpPr>
        <p:spPr>
          <a:xfrm>
            <a:off x="669900" y="4102000"/>
            <a:ext cx="2927100" cy="406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31" name="Google Shape;531;p47"/>
          <p:cNvSpPr txBox="1"/>
          <p:nvPr>
            <p:ph idx="3" type="subTitle"/>
          </p:nvPr>
        </p:nvSpPr>
        <p:spPr>
          <a:xfrm>
            <a:off x="669900" y="3612400"/>
            <a:ext cx="2927100" cy="46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532" name="Google Shape;532;p47"/>
          <p:cNvSpPr txBox="1"/>
          <p:nvPr>
            <p:ph type="title"/>
          </p:nvPr>
        </p:nvSpPr>
        <p:spPr>
          <a:xfrm>
            <a:off x="4263150" y="725300"/>
            <a:ext cx="410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3" name="Google Shape;533;p47"/>
          <p:cNvSpPr txBox="1"/>
          <p:nvPr>
            <p:ph idx="4" type="body"/>
          </p:nvPr>
        </p:nvSpPr>
        <p:spPr>
          <a:xfrm>
            <a:off x="4263150" y="1358075"/>
            <a:ext cx="4107600" cy="30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us slide - v1">
  <p:cSld name="SECTION_HEADER_21">
    <p:bg>
      <p:bgPr>
        <a:solidFill>
          <a:schemeClr val="accent1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536" name="Google Shape;536;p48"/>
          <p:cNvSpPr/>
          <p:nvPr>
            <p:ph idx="2" type="pic"/>
          </p:nvPr>
        </p:nvSpPr>
        <p:spPr>
          <a:xfrm>
            <a:off x="360650" y="368775"/>
            <a:ext cx="2692800" cy="4417800"/>
          </a:xfrm>
          <a:prstGeom prst="rect">
            <a:avLst/>
          </a:prstGeom>
          <a:noFill/>
          <a:ln>
            <a:noFill/>
          </a:ln>
        </p:spPr>
      </p:sp>
      <p:sp>
        <p:nvSpPr>
          <p:cNvPr id="537" name="Google Shape;537;p48"/>
          <p:cNvSpPr txBox="1"/>
          <p:nvPr>
            <p:ph type="title"/>
          </p:nvPr>
        </p:nvSpPr>
        <p:spPr>
          <a:xfrm>
            <a:off x="3238500" y="368775"/>
            <a:ext cx="555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8" name="Google Shape;538;p48"/>
          <p:cNvSpPr/>
          <p:nvPr/>
        </p:nvSpPr>
        <p:spPr>
          <a:xfrm>
            <a:off x="3229250" y="1115250"/>
            <a:ext cx="5557800" cy="1071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39" name="Google Shape;539;p48"/>
          <p:cNvSpPr/>
          <p:nvPr/>
        </p:nvSpPr>
        <p:spPr>
          <a:xfrm>
            <a:off x="3229250" y="2415268"/>
            <a:ext cx="5557800" cy="1071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40" name="Google Shape;540;p48"/>
          <p:cNvSpPr/>
          <p:nvPr/>
        </p:nvSpPr>
        <p:spPr>
          <a:xfrm>
            <a:off x="3229250" y="3715287"/>
            <a:ext cx="5557800" cy="1071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41" name="Google Shape;541;p48"/>
          <p:cNvSpPr txBox="1"/>
          <p:nvPr>
            <p:ph idx="1" type="body"/>
          </p:nvPr>
        </p:nvSpPr>
        <p:spPr>
          <a:xfrm>
            <a:off x="3429200" y="1549675"/>
            <a:ext cx="5157900" cy="406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2" name="Google Shape;542;p48"/>
          <p:cNvSpPr txBox="1"/>
          <p:nvPr/>
        </p:nvSpPr>
        <p:spPr>
          <a:xfrm>
            <a:off x="3429200" y="1216675"/>
            <a:ext cx="51324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Number</a:t>
            </a:r>
            <a:endParaRPr b="1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43" name="Google Shape;543;p48"/>
          <p:cNvSpPr txBox="1"/>
          <p:nvPr>
            <p:ph idx="3" type="body"/>
          </p:nvPr>
        </p:nvSpPr>
        <p:spPr>
          <a:xfrm>
            <a:off x="3416450" y="2914013"/>
            <a:ext cx="5157900" cy="406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4" name="Google Shape;544;p48"/>
          <p:cNvSpPr txBox="1"/>
          <p:nvPr/>
        </p:nvSpPr>
        <p:spPr>
          <a:xfrm>
            <a:off x="3416450" y="2581013"/>
            <a:ext cx="51324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Email</a:t>
            </a:r>
            <a:endParaRPr b="1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45" name="Google Shape;545;p48"/>
          <p:cNvSpPr txBox="1"/>
          <p:nvPr>
            <p:ph idx="4" type="body"/>
          </p:nvPr>
        </p:nvSpPr>
        <p:spPr>
          <a:xfrm>
            <a:off x="3438450" y="4214013"/>
            <a:ext cx="5157900" cy="406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6" name="Google Shape;546;p48"/>
          <p:cNvSpPr txBox="1"/>
          <p:nvPr/>
        </p:nvSpPr>
        <p:spPr>
          <a:xfrm>
            <a:off x="3438450" y="3881013"/>
            <a:ext cx="51324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rPr>
              <a:t>Site Link</a:t>
            </a:r>
            <a:endParaRPr b="1"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us slide - v2">
  <p:cSld name="SECTION_HEADER_22"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9"/>
          <p:cNvSpPr/>
          <p:nvPr/>
        </p:nvSpPr>
        <p:spPr>
          <a:xfrm>
            <a:off x="2914825" y="367875"/>
            <a:ext cx="5874300" cy="4404000"/>
          </a:xfrm>
          <a:prstGeom prst="rect">
            <a:avLst/>
          </a:prstGeom>
          <a:noFill/>
          <a:ln cap="flat" cmpd="sng" w="9525">
            <a:solidFill>
              <a:srgbClr val="003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49"/>
          <p:cNvSpPr/>
          <p:nvPr/>
        </p:nvSpPr>
        <p:spPr>
          <a:xfrm>
            <a:off x="3238400" y="227500"/>
            <a:ext cx="548700" cy="479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50" name="Google Shape;550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551" name="Google Shape;551;p49"/>
          <p:cNvSpPr/>
          <p:nvPr>
            <p:ph idx="2" type="pic"/>
          </p:nvPr>
        </p:nvSpPr>
        <p:spPr>
          <a:xfrm>
            <a:off x="1850" y="-22200"/>
            <a:ext cx="1350300" cy="51657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9"/>
          <p:cNvSpPr/>
          <p:nvPr/>
        </p:nvSpPr>
        <p:spPr>
          <a:xfrm>
            <a:off x="1352000" y="-37000"/>
            <a:ext cx="1886400" cy="5180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53" name="Google Shape;553;p49"/>
          <p:cNvSpPr txBox="1"/>
          <p:nvPr>
            <p:ph type="title"/>
          </p:nvPr>
        </p:nvSpPr>
        <p:spPr>
          <a:xfrm>
            <a:off x="1527700" y="368775"/>
            <a:ext cx="149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54" name="Google Shape;554;p49"/>
          <p:cNvSpPr txBox="1"/>
          <p:nvPr/>
        </p:nvSpPr>
        <p:spPr>
          <a:xfrm>
            <a:off x="3816446" y="401475"/>
            <a:ext cx="49728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rPr>
              <a:t>Number</a:t>
            </a:r>
            <a:endParaRPr b="1"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55" name="Google Shape;555;p49"/>
          <p:cNvSpPr txBox="1"/>
          <p:nvPr/>
        </p:nvSpPr>
        <p:spPr>
          <a:xfrm>
            <a:off x="3816446" y="1349011"/>
            <a:ext cx="49728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rPr>
              <a:t>Email</a:t>
            </a:r>
            <a:endParaRPr b="1"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56" name="Google Shape;556;p49"/>
          <p:cNvSpPr txBox="1"/>
          <p:nvPr/>
        </p:nvSpPr>
        <p:spPr>
          <a:xfrm>
            <a:off x="3816446" y="2296547"/>
            <a:ext cx="49728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rPr>
              <a:t>Site Link</a:t>
            </a:r>
            <a:endParaRPr b="1"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57" name="Google Shape;557;p49"/>
          <p:cNvSpPr txBox="1"/>
          <p:nvPr/>
        </p:nvSpPr>
        <p:spPr>
          <a:xfrm>
            <a:off x="3816446" y="3244083"/>
            <a:ext cx="49728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rPr>
              <a:t>Address</a:t>
            </a:r>
            <a:endParaRPr b="1"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58" name="Google Shape;558;p49"/>
          <p:cNvSpPr txBox="1"/>
          <p:nvPr>
            <p:ph idx="1" type="body"/>
          </p:nvPr>
        </p:nvSpPr>
        <p:spPr>
          <a:xfrm>
            <a:off x="3815003" y="752401"/>
            <a:ext cx="4970400" cy="417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9" name="Google Shape;559;p49"/>
          <p:cNvSpPr txBox="1"/>
          <p:nvPr>
            <p:ph idx="3" type="body"/>
          </p:nvPr>
        </p:nvSpPr>
        <p:spPr>
          <a:xfrm>
            <a:off x="3815003" y="1699201"/>
            <a:ext cx="4970400" cy="417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0" name="Google Shape;560;p49"/>
          <p:cNvSpPr txBox="1"/>
          <p:nvPr>
            <p:ph idx="4" type="body"/>
          </p:nvPr>
        </p:nvSpPr>
        <p:spPr>
          <a:xfrm>
            <a:off x="3815003" y="2646000"/>
            <a:ext cx="4970400" cy="417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1" name="Google Shape;561;p49"/>
          <p:cNvSpPr txBox="1"/>
          <p:nvPr>
            <p:ph idx="5" type="body"/>
          </p:nvPr>
        </p:nvSpPr>
        <p:spPr>
          <a:xfrm>
            <a:off x="3815003" y="3592800"/>
            <a:ext cx="4970400" cy="1149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theme" Target="../theme/theme3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Public Sans Black"/>
              <a:buNone/>
              <a:defRPr sz="2000">
                <a:solidFill>
                  <a:schemeClr val="accent1"/>
                </a:solidFill>
                <a:latin typeface="Public Sans Black"/>
                <a:ea typeface="Public Sans Black"/>
                <a:cs typeface="Public Sans Black"/>
                <a:sym typeface="Public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Public Sans Black"/>
              <a:buNone/>
              <a:defRPr sz="2000">
                <a:solidFill>
                  <a:schemeClr val="accent1"/>
                </a:solidFill>
                <a:latin typeface="Public Sans Black"/>
                <a:ea typeface="Public Sans Black"/>
                <a:cs typeface="Public Sans Black"/>
                <a:sym typeface="Public Sans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Public Sans Black"/>
              <a:buNone/>
              <a:defRPr sz="2000">
                <a:solidFill>
                  <a:schemeClr val="accent1"/>
                </a:solidFill>
                <a:latin typeface="Public Sans Black"/>
                <a:ea typeface="Public Sans Black"/>
                <a:cs typeface="Public Sans Black"/>
                <a:sym typeface="Public Sans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Public Sans Black"/>
              <a:buNone/>
              <a:defRPr sz="2000">
                <a:solidFill>
                  <a:schemeClr val="accent1"/>
                </a:solidFill>
                <a:latin typeface="Public Sans Black"/>
                <a:ea typeface="Public Sans Black"/>
                <a:cs typeface="Public Sans Black"/>
                <a:sym typeface="Public Sans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Public Sans Black"/>
              <a:buNone/>
              <a:defRPr sz="2000">
                <a:solidFill>
                  <a:schemeClr val="accent1"/>
                </a:solidFill>
                <a:latin typeface="Public Sans Black"/>
                <a:ea typeface="Public Sans Black"/>
                <a:cs typeface="Public Sans Black"/>
                <a:sym typeface="Public Sans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Public Sans Black"/>
              <a:buNone/>
              <a:defRPr sz="2000">
                <a:solidFill>
                  <a:schemeClr val="accent1"/>
                </a:solidFill>
                <a:latin typeface="Public Sans Black"/>
                <a:ea typeface="Public Sans Black"/>
                <a:cs typeface="Public Sans Black"/>
                <a:sym typeface="Public Sans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Public Sans Black"/>
              <a:buNone/>
              <a:defRPr sz="2000">
                <a:solidFill>
                  <a:schemeClr val="accent1"/>
                </a:solidFill>
                <a:latin typeface="Public Sans Black"/>
                <a:ea typeface="Public Sans Black"/>
                <a:cs typeface="Public Sans Black"/>
                <a:sym typeface="Public Sans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Public Sans Black"/>
              <a:buNone/>
              <a:defRPr sz="2000">
                <a:solidFill>
                  <a:schemeClr val="accent1"/>
                </a:solidFill>
                <a:latin typeface="Public Sans Black"/>
                <a:ea typeface="Public Sans Black"/>
                <a:cs typeface="Public Sans Black"/>
                <a:sym typeface="Public Sans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Public Sans Black"/>
              <a:buNone/>
              <a:defRPr sz="2000">
                <a:solidFill>
                  <a:schemeClr val="accent1"/>
                </a:solidFill>
                <a:latin typeface="Public Sans Black"/>
                <a:ea typeface="Public Sans Black"/>
                <a:cs typeface="Public Sans Black"/>
                <a:sym typeface="Public Sans Black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Public Sans"/>
              <a:buChar char="●"/>
              <a:defRPr sz="11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Public Sans"/>
              <a:buChar char="○"/>
              <a:defRPr sz="11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Public Sans"/>
              <a:buChar char="■"/>
              <a:defRPr sz="11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Public Sans"/>
              <a:buChar char="●"/>
              <a:defRPr sz="11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Public Sans"/>
              <a:buChar char="○"/>
              <a:defRPr sz="11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Public Sans"/>
              <a:buChar char="■"/>
              <a:defRPr sz="11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Public Sans"/>
              <a:buChar char="●"/>
              <a:defRPr sz="11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Public Sans"/>
              <a:buChar char="○"/>
              <a:defRPr sz="11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Public Sans"/>
              <a:buChar char="■"/>
              <a:defRPr sz="11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0"/>
          <p:cNvSpPr txBox="1"/>
          <p:nvPr>
            <p:ph type="title"/>
          </p:nvPr>
        </p:nvSpPr>
        <p:spPr>
          <a:xfrm>
            <a:off x="710375" y="722200"/>
            <a:ext cx="7762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Sobel with Movement detection</a:t>
            </a:r>
            <a:endParaRPr/>
          </a:p>
        </p:txBody>
      </p:sp>
      <p:sp>
        <p:nvSpPr>
          <p:cNvPr id="567" name="Google Shape;567;p50"/>
          <p:cNvSpPr txBox="1"/>
          <p:nvPr>
            <p:ph idx="1" type="body"/>
          </p:nvPr>
        </p:nvSpPr>
        <p:spPr>
          <a:xfrm>
            <a:off x="710375" y="1354975"/>
            <a:ext cx="7762200" cy="30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CA"/>
              <a:t>Nous avons pris le projet de base de sobel detection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/>
              <a:t>We’ll See how we optimize all th things with the verilog </a:t>
            </a:r>
            <a:r>
              <a:rPr lang="en-CA"/>
              <a:t>module</a:t>
            </a:r>
            <a:r>
              <a:rPr lang="en-CA"/>
              <a:t> and C programming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51"/>
          <p:cNvSpPr txBox="1"/>
          <p:nvPr>
            <p:ph type="title"/>
          </p:nvPr>
        </p:nvSpPr>
        <p:spPr>
          <a:xfrm>
            <a:off x="420700" y="340675"/>
            <a:ext cx="359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Optimization Strategy</a:t>
            </a:r>
            <a:endParaRPr/>
          </a:p>
        </p:txBody>
      </p:sp>
      <p:sp>
        <p:nvSpPr>
          <p:cNvPr id="573" name="Google Shape;573;p51"/>
          <p:cNvSpPr txBox="1"/>
          <p:nvPr/>
        </p:nvSpPr>
        <p:spPr>
          <a:xfrm>
            <a:off x="517125" y="913375"/>
            <a:ext cx="3897600" cy="29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rPr>
              <a:t>The main idea was to pipelining two tasks with a DMA</a:t>
            </a:r>
            <a:endParaRPr sz="1100"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Public Sans"/>
              <a:buAutoNum type="arabicPeriod"/>
            </a:pPr>
            <a:r>
              <a:rPr lang="en-CA" sz="11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rPr>
              <a:t>Compute grayscale</a:t>
            </a:r>
            <a:endParaRPr sz="1100"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Public Sans"/>
              <a:buAutoNum type="arabicPeriod"/>
            </a:pPr>
            <a:r>
              <a:rPr lang="en-CA" sz="11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rPr>
              <a:t>Compute sobel</a:t>
            </a:r>
            <a:endParaRPr sz="1100"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rPr>
              <a:t>To be able to perform these two tasks in parallel, we designed our algorithm as follows :</a:t>
            </a:r>
            <a:endParaRPr sz="1100"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Public Sans"/>
              <a:buAutoNum type="arabicPeriod"/>
            </a:pPr>
            <a:r>
              <a:rPr lang="en-CA" sz="11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rPr>
              <a:t>Load color pixel for one line</a:t>
            </a:r>
            <a:endParaRPr sz="1100"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Public Sans"/>
              <a:buAutoNum type="arabicPeriod"/>
            </a:pPr>
            <a:r>
              <a:rPr lang="en-CA" sz="11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rPr>
              <a:t>Compute grayscale </a:t>
            </a:r>
            <a:endParaRPr sz="1100"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Public Sans"/>
              <a:buAutoNum type="arabicPeriod"/>
            </a:pPr>
            <a:r>
              <a:rPr lang="en-CA" sz="11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rPr>
              <a:t>Wait 3 lines</a:t>
            </a:r>
            <a:endParaRPr sz="1100"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Public Sans"/>
              <a:buAutoNum type="arabicPeriod"/>
            </a:pPr>
            <a:r>
              <a:rPr lang="en-CA" sz="11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rPr>
              <a:t>Compute sobel</a:t>
            </a:r>
            <a:endParaRPr sz="1100"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Public Sans"/>
              <a:buAutoNum type="arabicPeriod"/>
            </a:pPr>
            <a:r>
              <a:rPr lang="en-CA" sz="11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rPr>
              <a:t>Load news pixel</a:t>
            </a:r>
            <a:endParaRPr sz="1100"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52"/>
          <p:cNvSpPr txBox="1"/>
          <p:nvPr>
            <p:ph type="title"/>
          </p:nvPr>
        </p:nvSpPr>
        <p:spPr>
          <a:xfrm>
            <a:off x="327000" y="345825"/>
            <a:ext cx="4818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T</a:t>
            </a:r>
            <a:r>
              <a:rPr lang="en-CA"/>
              <a:t>he functions we need to implement</a:t>
            </a:r>
            <a:endParaRPr/>
          </a:p>
        </p:txBody>
      </p:sp>
      <p:sp>
        <p:nvSpPr>
          <p:cNvPr id="579" name="Google Shape;579;p52"/>
          <p:cNvSpPr txBox="1"/>
          <p:nvPr>
            <p:ph idx="1" type="body"/>
          </p:nvPr>
        </p:nvSpPr>
        <p:spPr>
          <a:xfrm>
            <a:off x="710375" y="796825"/>
            <a:ext cx="4185000" cy="39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We want to compute one line per pass because it was simpler to handle the edge effects of the Sobel filter (when we're at the border). One grayscale pixel is 8 bits, so 640 Byte for one line. With one line we can transfer 4 pixel with one burst of 32 bits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AutoNum type="arabicPeriod"/>
            </a:pPr>
            <a:r>
              <a:rPr lang="en-CA"/>
              <a:t>4 line in memory for sobel (one load and three for computation)  2.5 Kbyte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CA"/>
              <a:t>4 line for RGB pixel (beecause 16 bits for rgb pixel) 2.5 Kbyte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CA"/>
              <a:t>Load one line of sobel pixel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CA"/>
              <a:t>We do a ping-pong buffer with the color pixel and load the result in sobel buffer 1, compute sobel on buffer sobel 2-4 and load in 2. So to implement this we need : 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AutoNum type="arabicPeriod"/>
            </a:pPr>
            <a:r>
              <a:rPr lang="en-CA"/>
              <a:t>Increase the size of sobel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CA"/>
              <a:t>Sobel verilog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CA"/>
              <a:t>Verilog for manage the pixel index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80" name="Google Shape;580;p52" title="photo_5902112013868451882_y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7350" y="345828"/>
            <a:ext cx="2959799" cy="445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53"/>
          <p:cNvSpPr txBox="1"/>
          <p:nvPr>
            <p:ph type="title"/>
          </p:nvPr>
        </p:nvSpPr>
        <p:spPr>
          <a:xfrm>
            <a:off x="710375" y="623225"/>
            <a:ext cx="3498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DMA Enhancements</a:t>
            </a:r>
            <a:endParaRPr/>
          </a:p>
        </p:txBody>
      </p:sp>
      <p:sp>
        <p:nvSpPr>
          <p:cNvPr id="586" name="Google Shape;586;p53"/>
          <p:cNvSpPr txBox="1"/>
          <p:nvPr>
            <p:ph idx="1" type="body"/>
          </p:nvPr>
        </p:nvSpPr>
        <p:spPr>
          <a:xfrm>
            <a:off x="5140625" y="699375"/>
            <a:ext cx="3330900" cy="37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To facilitate this optimization, we made several enhancements to the DMA: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CA"/>
              <a:t>Address Storage</a:t>
            </a:r>
            <a:r>
              <a:rPr lang="en-CA"/>
              <a:t>: Added 2 bits for improved address storage capacity.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CA"/>
              <a:t>SSRAM Inputs</a:t>
            </a:r>
            <a:r>
              <a:rPr lang="en-CA"/>
              <a:t>: Increased the number of SSRAM inputs from 512 to 1280, allowing for more efficient data handling and processing. So that it can fit an entire line of pixels.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53"/>
          <p:cNvSpPr txBox="1"/>
          <p:nvPr/>
        </p:nvSpPr>
        <p:spPr>
          <a:xfrm>
            <a:off x="1021725" y="1876350"/>
            <a:ext cx="3161400" cy="17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rgbClr val="1F1F1F"/>
                </a:solidFill>
                <a:latin typeface="Public Sans"/>
                <a:ea typeface="Public Sans"/>
                <a:cs typeface="Public Sans"/>
                <a:sym typeface="Public Sans"/>
              </a:rPr>
              <a:t>Added 2 bits to :</a:t>
            </a:r>
            <a:endParaRPr sz="1100">
              <a:solidFill>
                <a:srgbClr val="1F1F1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Public Sans"/>
              <a:buChar char="-"/>
            </a:pPr>
            <a:r>
              <a:rPr lang="en-CA" sz="1100">
                <a:solidFill>
                  <a:srgbClr val="1F1F1F"/>
                </a:solidFill>
                <a:latin typeface="Public Sans"/>
                <a:ea typeface="Public Sans"/>
                <a:cs typeface="Public Sans"/>
                <a:sym typeface="Public Sans"/>
              </a:rPr>
              <a:t>s_ramCiAddressReg</a:t>
            </a:r>
            <a:endParaRPr sz="1100">
              <a:solidFill>
                <a:srgbClr val="1F1F1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Public Sans"/>
              <a:buChar char="-"/>
            </a:pPr>
            <a:r>
              <a:rPr lang="en-CA" sz="1100">
                <a:solidFill>
                  <a:srgbClr val="1F1F1F"/>
                </a:solidFill>
                <a:latin typeface="Public Sans"/>
                <a:ea typeface="Public Sans"/>
                <a:cs typeface="Public Sans"/>
                <a:sym typeface="Public Sans"/>
              </a:rPr>
              <a:t>s_memoryStartAddressReg</a:t>
            </a:r>
            <a:endParaRPr sz="1100">
              <a:solidFill>
                <a:srgbClr val="1F1F1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Public Sans"/>
              <a:buChar char="-"/>
            </a:pPr>
            <a:r>
              <a:rPr lang="en-CA" sz="1100">
                <a:solidFill>
                  <a:srgbClr val="1F1F1F"/>
                </a:solidFill>
                <a:latin typeface="Public Sans"/>
                <a:ea typeface="Public Sans"/>
                <a:cs typeface="Public Sans"/>
                <a:sym typeface="Public Sans"/>
              </a:rPr>
              <a:t>s_blockSizeReg</a:t>
            </a:r>
            <a:endParaRPr sz="1100">
              <a:solidFill>
                <a:srgbClr val="1F1F1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Public Sans"/>
              <a:buChar char="-"/>
            </a:pPr>
            <a:r>
              <a:rPr lang="en-CA" sz="1100">
                <a:solidFill>
                  <a:srgbClr val="1F1F1F"/>
                </a:solidFill>
                <a:latin typeface="Public Sans"/>
                <a:ea typeface="Public Sans"/>
                <a:cs typeface="Public Sans"/>
                <a:sym typeface="Public Sans"/>
              </a:rPr>
              <a:t>s_wordsWrittenReg</a:t>
            </a:r>
            <a:endParaRPr sz="1100">
              <a:solidFill>
                <a:srgbClr val="1F1F1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Public Sans"/>
              <a:buChar char="-"/>
            </a:pPr>
            <a:r>
              <a:rPr lang="en-CA" sz="1100">
                <a:solidFill>
                  <a:srgbClr val="1F1F1F"/>
                </a:solidFill>
                <a:latin typeface="Public Sans"/>
                <a:ea typeface="Public Sans"/>
                <a:cs typeface="Public Sans"/>
                <a:sym typeface="Public Sans"/>
              </a:rPr>
              <a:t>s_maxBurstSize</a:t>
            </a:r>
            <a:endParaRPr sz="1100">
              <a:solidFill>
                <a:srgbClr val="1F1F1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Public Sans"/>
              <a:buChar char="-"/>
            </a:pPr>
            <a:r>
              <a:rPr lang="en-CA" sz="1100">
                <a:solidFill>
                  <a:srgbClr val="1F1F1F"/>
                </a:solidFill>
                <a:latin typeface="Public Sans"/>
                <a:ea typeface="Public Sans"/>
                <a:cs typeface="Public Sans"/>
                <a:sym typeface="Public Sans"/>
              </a:rPr>
              <a:t>s_usedBurstSize</a:t>
            </a:r>
            <a:endParaRPr sz="1100">
              <a:solidFill>
                <a:srgbClr val="1F1F1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Public Sans"/>
              <a:buChar char="-"/>
            </a:pPr>
            <a:r>
              <a:rPr lang="en-CA" sz="1100">
                <a:solidFill>
                  <a:srgbClr val="1F1F1F"/>
                </a:solidFill>
                <a:latin typeface="Public Sans"/>
                <a:ea typeface="Public Sans"/>
                <a:cs typeface="Public Sans"/>
                <a:sym typeface="Public Sans"/>
              </a:rPr>
              <a:t>s_usedBurstSizeReg</a:t>
            </a:r>
            <a:endParaRPr sz="1100">
              <a:solidFill>
                <a:srgbClr val="1F1F1F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54"/>
          <p:cNvSpPr txBox="1"/>
          <p:nvPr>
            <p:ph type="title"/>
          </p:nvPr>
        </p:nvSpPr>
        <p:spPr>
          <a:xfrm>
            <a:off x="710375" y="722200"/>
            <a:ext cx="359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Verilog Implementation</a:t>
            </a:r>
            <a:endParaRPr/>
          </a:p>
        </p:txBody>
      </p:sp>
      <p:sp>
        <p:nvSpPr>
          <p:cNvPr id="593" name="Google Shape;593;p54"/>
          <p:cNvSpPr txBox="1"/>
          <p:nvPr>
            <p:ph idx="1" type="body"/>
          </p:nvPr>
        </p:nvSpPr>
        <p:spPr>
          <a:xfrm>
            <a:off x="710375" y="1354975"/>
            <a:ext cx="3590100" cy="30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In our implementation, 16 pixels are sent to Verilog for conversion into two 32-bit signals. Each signal contains 4 pixels, which are then used for Sobel calculations.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CA"/>
              <a:t>Verilog ensures seamless integration by managing communication between hardware and software components efficiently.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CA"/>
              <a:t>For edge cases in the image, pixels outside the valid image boundaries are set to 0, maintaining correct Sobel behavior at the image borders.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94" name="Google Shape;59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8100" y="184500"/>
            <a:ext cx="4003549" cy="183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7100" y="2002274"/>
            <a:ext cx="3354550" cy="1761801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54"/>
          <p:cNvSpPr txBox="1"/>
          <p:nvPr/>
        </p:nvSpPr>
        <p:spPr>
          <a:xfrm>
            <a:off x="5013725" y="3803575"/>
            <a:ext cx="42123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CA" sz="10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rPr>
              <a:t>We calculate the threshold (by doing average </a:t>
            </a:r>
            <a:r>
              <a:rPr i="1" lang="en-CA" sz="10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rPr>
              <a:t>value of the magnitude</a:t>
            </a:r>
            <a:r>
              <a:rPr i="1" lang="en-CA" sz="10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rPr>
              <a:t>)</a:t>
            </a:r>
            <a:endParaRPr sz="1000"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597" name="Google Shape;597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9025" y="4138575"/>
            <a:ext cx="1142575" cy="1004925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54"/>
          <p:cNvSpPr txBox="1"/>
          <p:nvPr/>
        </p:nvSpPr>
        <p:spPr>
          <a:xfrm>
            <a:off x="5347625" y="4154288"/>
            <a:ext cx="1740000" cy="9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n-CA" sz="11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rPr>
              <a:t>The value </a:t>
            </a:r>
            <a:r>
              <a:rPr i="1" lang="en-CA" sz="11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rPr>
              <a:t>above</a:t>
            </a:r>
            <a:r>
              <a:rPr i="1" lang="en-CA" sz="11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rPr>
              <a:t> the threshold are set to 1 the others to 0</a:t>
            </a:r>
            <a:endParaRPr i="1" sz="1100"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99" name="Google Shape;599;p54"/>
          <p:cNvSpPr txBox="1"/>
          <p:nvPr/>
        </p:nvSpPr>
        <p:spPr>
          <a:xfrm>
            <a:off x="7364025" y="3264325"/>
            <a:ext cx="16323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CA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Magnitude = |Lx| + |Ly|</a:t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55"/>
          <p:cNvSpPr txBox="1"/>
          <p:nvPr>
            <p:ph type="title"/>
          </p:nvPr>
        </p:nvSpPr>
        <p:spPr>
          <a:xfrm>
            <a:off x="710375" y="623225"/>
            <a:ext cx="3498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Real-Time Performance</a:t>
            </a:r>
            <a:endParaRPr/>
          </a:p>
        </p:txBody>
      </p:sp>
      <p:sp>
        <p:nvSpPr>
          <p:cNvPr id="605" name="Google Shape;605;p55"/>
          <p:cNvSpPr txBox="1"/>
          <p:nvPr>
            <p:ph idx="1" type="body"/>
          </p:nvPr>
        </p:nvSpPr>
        <p:spPr>
          <a:xfrm>
            <a:off x="5140625" y="699375"/>
            <a:ext cx="3330900" cy="37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The optimization has resulted in significant improvements in speed and real-time processing capabilities. Key metrics include: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CA"/>
              <a:t>Processing Speed</a:t>
            </a:r>
            <a:r>
              <a:rPr lang="en-CA"/>
              <a:t>: Achieved a notable reduction in processing time per image.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CA"/>
              <a:t>Real-Time Capability</a:t>
            </a:r>
            <a:r>
              <a:rPr lang="en-CA"/>
              <a:t>: Enabled the system to handle live image feeds effectively, meeting the project's goals.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06" name="Google Shape;606;p55"/>
          <p:cNvPicPr preferRelativeResize="0"/>
          <p:nvPr/>
        </p:nvPicPr>
        <p:blipFill rotWithShape="1">
          <a:blip r:embed="rId3">
            <a:alphaModFix/>
          </a:blip>
          <a:srcRect b="3482" l="1059" r="892" t="4649"/>
          <a:stretch/>
        </p:blipFill>
        <p:spPr>
          <a:xfrm>
            <a:off x="868925" y="2627800"/>
            <a:ext cx="5823225" cy="11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56"/>
          <p:cNvSpPr txBox="1"/>
          <p:nvPr>
            <p:ph type="title"/>
          </p:nvPr>
        </p:nvSpPr>
        <p:spPr>
          <a:xfrm>
            <a:off x="710375" y="623225"/>
            <a:ext cx="3498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DMA-Accelerated Component</a:t>
            </a:r>
            <a:endParaRPr/>
          </a:p>
        </p:txBody>
      </p:sp>
      <p:sp>
        <p:nvSpPr>
          <p:cNvPr id="612" name="Google Shape;612;p56"/>
          <p:cNvSpPr txBox="1"/>
          <p:nvPr/>
        </p:nvSpPr>
        <p:spPr>
          <a:xfrm>
            <a:off x="713275" y="1664300"/>
            <a:ext cx="3681900" cy="22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rPr>
              <a:t>We also implemented two key optimizations in Verilog:</a:t>
            </a:r>
            <a:endParaRPr sz="1000"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Public Sans"/>
              <a:buChar char="●"/>
            </a:pPr>
            <a:r>
              <a:rPr lang="en-CA" sz="10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rPr>
              <a:t>A grayscale conversion module integrated directly into the data path, removing the need for CPU involvement in grayscale computation.</a:t>
            </a:r>
            <a:endParaRPr sz="1000"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Public Sans"/>
              <a:buChar char="●"/>
            </a:pPr>
            <a:r>
              <a:rPr lang="en-CA" sz="10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rPr>
              <a:t>A mechanism to send blocks of 2×4 pixels directly from the grayscale stage to the Sobel filter, bypassing the CPU entirely.</a:t>
            </a:r>
            <a:endParaRPr sz="1000"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rPr>
              <a:t>Although we were not able to get these features fully operational, the implementations are in place and represent an important step toward a more efficient hardware pipeline.</a:t>
            </a:r>
            <a:endParaRPr sz="1000"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13" name="Google Shape;613;p56"/>
          <p:cNvSpPr txBox="1"/>
          <p:nvPr>
            <p:ph idx="1" type="body"/>
          </p:nvPr>
        </p:nvSpPr>
        <p:spPr>
          <a:xfrm>
            <a:off x="5140625" y="699375"/>
            <a:ext cx="3330900" cy="37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The DMA-accelerated component is integral to the project's success. It contributes to optimization by: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CA"/>
              <a:t>Efficient Data Transfer</a:t>
            </a:r>
            <a:r>
              <a:rPr lang="en-CA"/>
              <a:t>: Minimizing latency in data handling.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CA"/>
              <a:t>Increased Throughput</a:t>
            </a:r>
            <a:r>
              <a:rPr lang="en-CA"/>
              <a:t>: Allowing for faster processing of pixel data, which is essential for real-time applications.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57"/>
          <p:cNvSpPr txBox="1"/>
          <p:nvPr>
            <p:ph type="title"/>
          </p:nvPr>
        </p:nvSpPr>
        <p:spPr>
          <a:xfrm>
            <a:off x="710375" y="623225"/>
            <a:ext cx="7762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Conclusion and Future Work</a:t>
            </a:r>
            <a:endParaRPr/>
          </a:p>
        </p:txBody>
      </p:sp>
      <p:sp>
        <p:nvSpPr>
          <p:cNvPr id="619" name="Google Shape;619;p57"/>
          <p:cNvSpPr txBox="1"/>
          <p:nvPr/>
        </p:nvSpPr>
        <p:spPr>
          <a:xfrm>
            <a:off x="4902925" y="3007300"/>
            <a:ext cx="3630600" cy="12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n-CA" sz="10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rPr>
              <a:t>As a team, we had no prior experience with assembly language before this course. One of us had not coded in over a year and a half, and the other is currently on exchange and discovering this field for the first time. Despite these challenges, we learned a great deal and are proud of the progress we made throughout the project.</a:t>
            </a:r>
            <a:endParaRPr i="1" sz="1000"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20" name="Google Shape;620;p57"/>
          <p:cNvSpPr txBox="1"/>
          <p:nvPr>
            <p:ph idx="1" type="body"/>
          </p:nvPr>
        </p:nvSpPr>
        <p:spPr>
          <a:xfrm>
            <a:off x="414425" y="1253050"/>
            <a:ext cx="4263600" cy="35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1000"/>
              <a:t>In summary, our project successfully optimized Sobel edge detection, achieving faster processing and real-time capabilities.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1000"/>
              <a:t>We also explored further hardware optimizations, whose implementation is present and discussed earlier in the presentation.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1000"/>
              <a:t>Future Work:</a:t>
            </a:r>
            <a:endParaRPr sz="1000"/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b="1" lang="en-CA" sz="1000"/>
              <a:t>Stabilization:</a:t>
            </a:r>
            <a:r>
              <a:rPr lang="en-CA" sz="1000"/>
              <a:t> Completing and validating the integrated grayscale and direct pixel transfer modules.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-CA" sz="1000"/>
              <a:t>Line Rendering Fix: </a:t>
            </a:r>
            <a:r>
              <a:rPr lang="en-CA" sz="1000"/>
              <a:t>Addressing an issue in the Sobel algorithm where identical values are assigned every 4 pixels, resulting in dull and non-smooth edges.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-CA" sz="1000"/>
              <a:t>Further Enhancements: </a:t>
            </a:r>
            <a:r>
              <a:rPr lang="en-CA" sz="1000"/>
              <a:t>Exploring new architectural improvements for increased efficiency.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-CA" sz="1000"/>
              <a:t>Broader Applications:</a:t>
            </a:r>
            <a:r>
              <a:rPr lang="en-CA" sz="1000"/>
              <a:t> Adapting the system for other real-time image processing tasks and embedded applications.</a:t>
            </a: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uted Grov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003B40"/>
      </a:accent1>
      <a:accent2>
        <a:srgbClr val="F7F3EF"/>
      </a:accent2>
      <a:accent3>
        <a:srgbClr val="DAD3C3"/>
      </a:accent3>
      <a:accent4>
        <a:srgbClr val="CAAA8A"/>
      </a:accent4>
      <a:accent5>
        <a:srgbClr val="134F5C"/>
      </a:accent5>
      <a:accent6>
        <a:srgbClr val="1155CC"/>
      </a:accent6>
      <a:hlink>
        <a:srgbClr val="CC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